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5" r:id="rId1"/>
  </p:sldMasterIdLst>
  <p:sldIdLst>
    <p:sldId id="256" r:id="rId2"/>
    <p:sldId id="257" r:id="rId3"/>
    <p:sldId id="258" r:id="rId4"/>
    <p:sldId id="259" r:id="rId5"/>
    <p:sldId id="268" r:id="rId6"/>
    <p:sldId id="269" r:id="rId7"/>
    <p:sldId id="270" r:id="rId8"/>
    <p:sldId id="271" r:id="rId9"/>
    <p:sldId id="272"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B2C1E-58AF-485C-99B2-8186F9F95C99}" v="102" dt="2026-08-12T05:11:32.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hana Sanivarapu" userId="0b47bcbc6733348d" providerId="Windows Live" clId="Web-{1D9AA03E-4824-48C3-985B-D3CC66F266E6}"/>
    <pc:docChg chg="mod modSld addMainMaster delMainMaster">
      <pc:chgData name="Sadhana Sanivarapu" userId="0b47bcbc6733348d" providerId="Windows Live" clId="Web-{1D9AA03E-4824-48C3-985B-D3CC66F266E6}" dt="2026-08-07T04:17:52.203" v="86" actId="14100"/>
      <pc:docMkLst>
        <pc:docMk/>
      </pc:docMkLst>
      <pc:sldChg chg="addSp delSp modSp mod modClrScheme chgLayout">
        <pc:chgData name="Sadhana Sanivarapu" userId="0b47bcbc6733348d" providerId="Windows Live" clId="Web-{1D9AA03E-4824-48C3-985B-D3CC66F266E6}" dt="2026-08-07T04:17:52.203" v="86" actId="14100"/>
        <pc:sldMkLst>
          <pc:docMk/>
          <pc:sldMk cId="0" sldId="256"/>
        </pc:sldMkLst>
        <pc:spChg chg="mod ord">
          <ac:chgData name="Sadhana Sanivarapu" userId="0b47bcbc6733348d" providerId="Windows Live" clId="Web-{1D9AA03E-4824-48C3-985B-D3CC66F266E6}" dt="2026-08-07T04:11:12.016" v="6" actId="20577"/>
          <ac:spMkLst>
            <pc:docMk/>
            <pc:sldMk cId="0" sldId="256"/>
            <ac:spMk id="2"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7"/>
        </pc:sldMkLst>
        <pc:spChg chg="mod ord">
          <ac:chgData name="Sadhana Sanivarapu" userId="0b47bcbc6733348d" providerId="Windows Live" clId="Web-{1D9AA03E-4824-48C3-985B-D3CC66F266E6}" dt="2026-08-07T04:10:11.154" v="0"/>
          <ac:spMkLst>
            <pc:docMk/>
            <pc:sldMk cId="0" sldId="257"/>
            <ac:spMk id="2"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8"/>
        </pc:sldMkLst>
        <pc:spChg chg="mod ord">
          <ac:chgData name="Sadhana Sanivarapu" userId="0b47bcbc6733348d" providerId="Windows Live" clId="Web-{1D9AA03E-4824-48C3-985B-D3CC66F266E6}" dt="2026-08-07T04:10:11.154" v="0"/>
          <ac:spMkLst>
            <pc:docMk/>
            <pc:sldMk cId="0" sldId="258"/>
            <ac:spMk id="2" creationId="{00000000-0000-0000-0000-000000000000}"/>
          </ac:spMkLst>
        </pc:spChg>
        <pc:spChg chg="mod ord">
          <ac:chgData name="Sadhana Sanivarapu" userId="0b47bcbc6733348d" providerId="Windows Live" clId="Web-{1D9AA03E-4824-48C3-985B-D3CC66F266E6}" dt="2026-08-07T04:10:11.154" v="0"/>
          <ac:spMkLst>
            <pc:docMk/>
            <pc:sldMk cId="0" sldId="258"/>
            <ac:spMk id="3"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9"/>
        </pc:sldMkLst>
        <pc:spChg chg="mod ord">
          <ac:chgData name="Sadhana Sanivarapu" userId="0b47bcbc6733348d" providerId="Windows Live" clId="Web-{1D9AA03E-4824-48C3-985B-D3CC66F266E6}" dt="2026-08-07T04:10:11.154" v="0"/>
          <ac:spMkLst>
            <pc:docMk/>
            <pc:sldMk cId="0" sldId="259"/>
            <ac:spMk id="2" creationId="{00000000-0000-0000-0000-000000000000}"/>
          </ac:spMkLst>
        </pc:spChg>
        <pc:spChg chg="mod ord">
          <ac:chgData name="Sadhana Sanivarapu" userId="0b47bcbc6733348d" providerId="Windows Live" clId="Web-{1D9AA03E-4824-48C3-985B-D3CC66F266E6}" dt="2026-08-07T04:10:11.154" v="0"/>
          <ac:spMkLst>
            <pc:docMk/>
            <pc:sldMk cId="0" sldId="259"/>
            <ac:spMk id="3" creationId="{00000000-0000-0000-0000-000000000000}"/>
          </ac:spMkLst>
        </pc:spChg>
      </pc:sldChg>
    </pc:docChg>
  </pc:docChgLst>
  <pc:docChgLst>
    <pc:chgData name="Sadhana Sanivarapu" userId="0b47bcbc6733348d" providerId="Windows Live" clId="Web-{FB0B2C1E-58AF-485C-99B2-8186F9F95C99}"/>
    <pc:docChg chg="mod addSld delSld modSld addMainMaster delMainMaster">
      <pc:chgData name="Sadhana Sanivarapu" userId="0b47bcbc6733348d" providerId="Windows Live" clId="Web-{FB0B2C1E-58AF-485C-99B2-8186F9F95C99}" dt="2026-08-12T05:11:32.249" v="117" actId="14100"/>
      <pc:docMkLst>
        <pc:docMk/>
      </pc:docMkLst>
      <pc:sldChg chg="modSp mod modClrScheme chgLayout">
        <pc:chgData name="Sadhana Sanivarapu" userId="0b47bcbc6733348d" providerId="Windows Live" clId="Web-{FB0B2C1E-58AF-485C-99B2-8186F9F95C99}" dt="2026-08-12T05:04:20.972" v="92"/>
        <pc:sldMkLst>
          <pc:docMk/>
          <pc:sldMk cId="0" sldId="256"/>
        </pc:sldMkLst>
        <pc:spChg chg="mod ord">
          <ac:chgData name="Sadhana Sanivarapu" userId="0b47bcbc6733348d" providerId="Windows Live" clId="Web-{FB0B2C1E-58AF-485C-99B2-8186F9F95C99}" dt="2026-08-12T05:04:20.972" v="92"/>
          <ac:spMkLst>
            <pc:docMk/>
            <pc:sldMk cId="0" sldId="256"/>
            <ac:spMk id="2" creationId="{00000000-0000-0000-0000-000000000000}"/>
          </ac:spMkLst>
        </pc:spChg>
        <pc:picChg chg="mod ord">
          <ac:chgData name="Sadhana Sanivarapu" userId="0b47bcbc6733348d" providerId="Windows Live" clId="Web-{FB0B2C1E-58AF-485C-99B2-8186F9F95C99}" dt="2026-08-12T05:04:20.972" v="92"/>
          <ac:picMkLst>
            <pc:docMk/>
            <pc:sldMk cId="0" sldId="256"/>
            <ac:picMk id="10" creationId="{2B0F19F2-DAAE-8DDB-8614-10660BBB9451}"/>
          </ac:picMkLst>
        </pc:picChg>
      </pc:sldChg>
      <pc:sldChg chg="modSp mod modClrScheme chgLayout">
        <pc:chgData name="Sadhana Sanivarapu" userId="0b47bcbc6733348d" providerId="Windows Live" clId="Web-{FB0B2C1E-58AF-485C-99B2-8186F9F95C99}" dt="2026-08-12T05:04:20.972" v="92"/>
        <pc:sldMkLst>
          <pc:docMk/>
          <pc:sldMk cId="0" sldId="257"/>
        </pc:sldMkLst>
        <pc:spChg chg="mod ord">
          <ac:chgData name="Sadhana Sanivarapu" userId="0b47bcbc6733348d" providerId="Windows Live" clId="Web-{FB0B2C1E-58AF-485C-99B2-8186F9F95C99}" dt="2026-08-12T05:04:20.972" v="92"/>
          <ac:spMkLst>
            <pc:docMk/>
            <pc:sldMk cId="0" sldId="257"/>
            <ac:spMk id="2" creationId="{00000000-0000-0000-0000-000000000000}"/>
          </ac:spMkLst>
        </pc:spChg>
        <pc:spChg chg="mod ord">
          <ac:chgData name="Sadhana Sanivarapu" userId="0b47bcbc6733348d" providerId="Windows Live" clId="Web-{FB0B2C1E-58AF-485C-99B2-8186F9F95C99}" dt="2026-08-12T05:04:20.972" v="92"/>
          <ac:spMkLst>
            <pc:docMk/>
            <pc:sldMk cId="0" sldId="257"/>
            <ac:spMk id="6" creationId="{D4B58C8E-26E5-1DFE-BC43-FEA0260F7C94}"/>
          </ac:spMkLst>
        </pc:spChg>
      </pc:sldChg>
      <pc:sldChg chg="modSp mod modClrScheme chgLayout">
        <pc:chgData name="Sadhana Sanivarapu" userId="0b47bcbc6733348d" providerId="Windows Live" clId="Web-{FB0B2C1E-58AF-485C-99B2-8186F9F95C99}" dt="2026-08-12T05:11:32.249" v="117" actId="14100"/>
        <pc:sldMkLst>
          <pc:docMk/>
          <pc:sldMk cId="0" sldId="258"/>
        </pc:sldMkLst>
        <pc:spChg chg="mod ord">
          <ac:chgData name="Sadhana Sanivarapu" userId="0b47bcbc6733348d" providerId="Windows Live" clId="Web-{FB0B2C1E-58AF-485C-99B2-8186F9F95C99}" dt="2026-08-12T05:04:20.972" v="92"/>
          <ac:spMkLst>
            <pc:docMk/>
            <pc:sldMk cId="0" sldId="258"/>
            <ac:spMk id="2" creationId="{00000000-0000-0000-0000-000000000000}"/>
          </ac:spMkLst>
        </pc:spChg>
        <pc:spChg chg="mod ord">
          <ac:chgData name="Sadhana Sanivarapu" userId="0b47bcbc6733348d" providerId="Windows Live" clId="Web-{FB0B2C1E-58AF-485C-99B2-8186F9F95C99}" dt="2026-08-12T05:11:32.249" v="117" actId="14100"/>
          <ac:spMkLst>
            <pc:docMk/>
            <pc:sldMk cId="0" sldId="258"/>
            <ac:spMk id="3" creationId="{00000000-0000-0000-0000-000000000000}"/>
          </ac:spMkLst>
        </pc:spChg>
      </pc:sldChg>
      <pc:sldChg chg="modSp mod modClrScheme chgLayout">
        <pc:chgData name="Sadhana Sanivarapu" userId="0b47bcbc6733348d" providerId="Windows Live" clId="Web-{FB0B2C1E-58AF-485C-99B2-8186F9F95C99}" dt="2026-08-12T05:10:44.451" v="111" actId="14100"/>
        <pc:sldMkLst>
          <pc:docMk/>
          <pc:sldMk cId="0" sldId="259"/>
        </pc:sldMkLst>
        <pc:spChg chg="mod ord">
          <ac:chgData name="Sadhana Sanivarapu" userId="0b47bcbc6733348d" providerId="Windows Live" clId="Web-{FB0B2C1E-58AF-485C-99B2-8186F9F95C99}" dt="2026-08-12T05:04:20.972" v="92"/>
          <ac:spMkLst>
            <pc:docMk/>
            <pc:sldMk cId="0" sldId="259"/>
            <ac:spMk id="2" creationId="{00000000-0000-0000-0000-000000000000}"/>
          </ac:spMkLst>
        </pc:spChg>
        <pc:spChg chg="mod ord">
          <ac:chgData name="Sadhana Sanivarapu" userId="0b47bcbc6733348d" providerId="Windows Live" clId="Web-{FB0B2C1E-58AF-485C-99B2-8186F9F95C99}" dt="2026-08-12T05:10:44.451" v="111" actId="14100"/>
          <ac:spMkLst>
            <pc:docMk/>
            <pc:sldMk cId="0" sldId="259"/>
            <ac:spMk id="3" creationId="{00000000-0000-0000-0000-000000000000}"/>
          </ac:spMkLst>
        </pc:spChg>
      </pc:sldChg>
      <pc:sldChg chg="del">
        <pc:chgData name="Sadhana Sanivarapu" userId="0b47bcbc6733348d" providerId="Windows Live" clId="Web-{FB0B2C1E-58AF-485C-99B2-8186F9F95C99}" dt="2026-08-12T04:58:56.620" v="57"/>
        <pc:sldMkLst>
          <pc:docMk/>
          <pc:sldMk cId="0" sldId="260"/>
        </pc:sldMkLst>
      </pc:sldChg>
      <pc:sldChg chg="del">
        <pc:chgData name="Sadhana Sanivarapu" userId="0b47bcbc6733348d" providerId="Windows Live" clId="Web-{FB0B2C1E-58AF-485C-99B2-8186F9F95C99}" dt="2026-08-12T04:58:58.152" v="58"/>
        <pc:sldMkLst>
          <pc:docMk/>
          <pc:sldMk cId="0" sldId="261"/>
        </pc:sldMkLst>
      </pc:sldChg>
      <pc:sldChg chg="del">
        <pc:chgData name="Sadhana Sanivarapu" userId="0b47bcbc6733348d" providerId="Windows Live" clId="Web-{FB0B2C1E-58AF-485C-99B2-8186F9F95C99}" dt="2026-08-12T04:58:59.980" v="59"/>
        <pc:sldMkLst>
          <pc:docMk/>
          <pc:sldMk cId="0" sldId="263"/>
        </pc:sldMkLst>
      </pc:sldChg>
      <pc:sldChg chg="del">
        <pc:chgData name="Sadhana Sanivarapu" userId="0b47bcbc6733348d" providerId="Windows Live" clId="Web-{FB0B2C1E-58AF-485C-99B2-8186F9F95C99}" dt="2026-08-12T04:59:01.449" v="60"/>
        <pc:sldMkLst>
          <pc:docMk/>
          <pc:sldMk cId="0" sldId="264"/>
        </pc:sldMkLst>
      </pc:sldChg>
      <pc:sldChg chg="del">
        <pc:chgData name="Sadhana Sanivarapu" userId="0b47bcbc6733348d" providerId="Windows Live" clId="Web-{FB0B2C1E-58AF-485C-99B2-8186F9F95C99}" dt="2026-08-12T04:59:03.043" v="61"/>
        <pc:sldMkLst>
          <pc:docMk/>
          <pc:sldMk cId="0" sldId="265"/>
        </pc:sldMkLst>
      </pc:sldChg>
      <pc:sldChg chg="del">
        <pc:chgData name="Sadhana Sanivarapu" userId="0b47bcbc6733348d" providerId="Windows Live" clId="Web-{FB0B2C1E-58AF-485C-99B2-8186F9F95C99}" dt="2026-08-12T04:59:04.777" v="62"/>
        <pc:sldMkLst>
          <pc:docMk/>
          <pc:sldMk cId="0" sldId="266"/>
        </pc:sldMkLst>
      </pc:sldChg>
      <pc:sldChg chg="del">
        <pc:chgData name="Sadhana Sanivarapu" userId="0b47bcbc6733348d" providerId="Windows Live" clId="Web-{FB0B2C1E-58AF-485C-99B2-8186F9F95C99}" dt="2026-08-12T04:59:06.215" v="63"/>
        <pc:sldMkLst>
          <pc:docMk/>
          <pc:sldMk cId="0" sldId="267"/>
        </pc:sldMkLst>
      </pc:sldChg>
      <pc:sldChg chg="delSp modSp new mod modClrScheme chgLayout">
        <pc:chgData name="Sadhana Sanivarapu" userId="0b47bcbc6733348d" providerId="Windows Live" clId="Web-{FB0B2C1E-58AF-485C-99B2-8186F9F95C99}" dt="2026-08-12T05:10:33.186" v="108" actId="14100"/>
        <pc:sldMkLst>
          <pc:docMk/>
          <pc:sldMk cId="942598673" sldId="268"/>
        </pc:sldMkLst>
        <pc:spChg chg="mod ord">
          <ac:chgData name="Sadhana Sanivarapu" userId="0b47bcbc6733348d" providerId="Windows Live" clId="Web-{FB0B2C1E-58AF-485C-99B2-8186F9F95C99}" dt="2026-08-12T05:04:20.972" v="92"/>
          <ac:spMkLst>
            <pc:docMk/>
            <pc:sldMk cId="942598673" sldId="268"/>
            <ac:spMk id="2" creationId="{1BBF196E-8095-B0F4-EAE9-6446CC41918D}"/>
          </ac:spMkLst>
        </pc:spChg>
        <pc:spChg chg="mod ord">
          <ac:chgData name="Sadhana Sanivarapu" userId="0b47bcbc6733348d" providerId="Windows Live" clId="Web-{FB0B2C1E-58AF-485C-99B2-8186F9F95C99}" dt="2026-08-12T05:10:33.186" v="108" actId="14100"/>
          <ac:spMkLst>
            <pc:docMk/>
            <pc:sldMk cId="942598673" sldId="268"/>
            <ac:spMk id="3" creationId="{139CCF38-BCB4-791B-E5DD-8C29D697D54E}"/>
          </ac:spMkLst>
        </pc:spChg>
        <pc:spChg chg="mod ord">
          <ac:chgData name="Sadhana Sanivarapu" userId="0b47bcbc6733348d" providerId="Windows Live" clId="Web-{FB0B2C1E-58AF-485C-99B2-8186F9F95C99}" dt="2026-08-12T05:04:20.972" v="92"/>
          <ac:spMkLst>
            <pc:docMk/>
            <pc:sldMk cId="942598673" sldId="268"/>
            <ac:spMk id="4" creationId="{C8A35764-0BDF-58C0-92C1-666D33A149F6}"/>
          </ac:spMkLst>
        </pc:spChg>
        <pc:spChg chg="del mod ord">
          <ac:chgData name="Sadhana Sanivarapu" userId="0b47bcbc6733348d" providerId="Windows Live" clId="Web-{FB0B2C1E-58AF-485C-99B2-8186F9F95C99}" dt="2026-08-12T05:10:26.217" v="106"/>
          <ac:spMkLst>
            <pc:docMk/>
            <pc:sldMk cId="942598673" sldId="268"/>
            <ac:spMk id="5" creationId="{60585CC0-5225-2638-554A-45768192C49D}"/>
          </ac:spMkLst>
        </pc:spChg>
        <pc:spChg chg="mod ord">
          <ac:chgData name="Sadhana Sanivarapu" userId="0b47bcbc6733348d" providerId="Windows Live" clId="Web-{FB0B2C1E-58AF-485C-99B2-8186F9F95C99}" dt="2026-08-12T05:04:20.972" v="92"/>
          <ac:spMkLst>
            <pc:docMk/>
            <pc:sldMk cId="942598673" sldId="268"/>
            <ac:spMk id="6" creationId="{CDAD0039-EB6D-91C8-B25F-42E9B0CB9F04}"/>
          </ac:spMkLst>
        </pc:spChg>
      </pc:sldChg>
      <pc:sldChg chg="delSp modSp new mod modClrScheme chgLayout">
        <pc:chgData name="Sadhana Sanivarapu" userId="0b47bcbc6733348d" providerId="Windows Live" clId="Web-{FB0B2C1E-58AF-485C-99B2-8186F9F95C99}" dt="2026-08-12T05:10:15.591" v="104" actId="14100"/>
        <pc:sldMkLst>
          <pc:docMk/>
          <pc:sldMk cId="1485886973" sldId="269"/>
        </pc:sldMkLst>
        <pc:spChg chg="mod ord">
          <ac:chgData name="Sadhana Sanivarapu" userId="0b47bcbc6733348d" providerId="Windows Live" clId="Web-{FB0B2C1E-58AF-485C-99B2-8186F9F95C99}" dt="2026-08-12T05:04:20.972" v="92"/>
          <ac:spMkLst>
            <pc:docMk/>
            <pc:sldMk cId="1485886973" sldId="269"/>
            <ac:spMk id="2" creationId="{D357F983-35CD-4B5C-3D0B-E03E320D4E78}"/>
          </ac:spMkLst>
        </pc:spChg>
        <pc:spChg chg="mod ord">
          <ac:chgData name="Sadhana Sanivarapu" userId="0b47bcbc6733348d" providerId="Windows Live" clId="Web-{FB0B2C1E-58AF-485C-99B2-8186F9F95C99}" dt="2026-08-12T05:10:15.591" v="104" actId="14100"/>
          <ac:spMkLst>
            <pc:docMk/>
            <pc:sldMk cId="1485886973" sldId="269"/>
            <ac:spMk id="3" creationId="{B3DE0C50-D25A-54F8-27AF-BF16209A070E}"/>
          </ac:spMkLst>
        </pc:spChg>
        <pc:spChg chg="mod ord">
          <ac:chgData name="Sadhana Sanivarapu" userId="0b47bcbc6733348d" providerId="Windows Live" clId="Web-{FB0B2C1E-58AF-485C-99B2-8186F9F95C99}" dt="2026-08-12T05:04:20.972" v="92"/>
          <ac:spMkLst>
            <pc:docMk/>
            <pc:sldMk cId="1485886973" sldId="269"/>
            <ac:spMk id="4" creationId="{E36CED33-540B-5976-AA6B-DCB017254E3A}"/>
          </ac:spMkLst>
        </pc:spChg>
        <pc:spChg chg="del mod ord">
          <ac:chgData name="Sadhana Sanivarapu" userId="0b47bcbc6733348d" providerId="Windows Live" clId="Web-{FB0B2C1E-58AF-485C-99B2-8186F9F95C99}" dt="2026-08-12T05:06:40.227" v="93"/>
          <ac:spMkLst>
            <pc:docMk/>
            <pc:sldMk cId="1485886973" sldId="269"/>
            <ac:spMk id="5" creationId="{ACA923FA-956C-A3C9-6FEF-4BC0CD424D5B}"/>
          </ac:spMkLst>
        </pc:spChg>
        <pc:spChg chg="mod ord">
          <ac:chgData name="Sadhana Sanivarapu" userId="0b47bcbc6733348d" providerId="Windows Live" clId="Web-{FB0B2C1E-58AF-485C-99B2-8186F9F95C99}" dt="2026-08-12T05:04:20.972" v="92"/>
          <ac:spMkLst>
            <pc:docMk/>
            <pc:sldMk cId="1485886973" sldId="269"/>
            <ac:spMk id="6" creationId="{8589991A-3344-1A9F-A582-2EA30580B665}"/>
          </ac:spMkLst>
        </pc:spChg>
      </pc:sldChg>
      <pc:sldChg chg="delSp modSp new mod modClrScheme chgLayout">
        <pc:chgData name="Sadhana Sanivarapu" userId="0b47bcbc6733348d" providerId="Windows Live" clId="Web-{FB0B2C1E-58AF-485C-99B2-8186F9F95C99}" dt="2026-08-12T05:10:10.263" v="103" actId="14100"/>
        <pc:sldMkLst>
          <pc:docMk/>
          <pc:sldMk cId="195654381" sldId="270"/>
        </pc:sldMkLst>
        <pc:spChg chg="mod ord">
          <ac:chgData name="Sadhana Sanivarapu" userId="0b47bcbc6733348d" providerId="Windows Live" clId="Web-{FB0B2C1E-58AF-485C-99B2-8186F9F95C99}" dt="2026-08-12T05:04:20.972" v="92"/>
          <ac:spMkLst>
            <pc:docMk/>
            <pc:sldMk cId="195654381" sldId="270"/>
            <ac:spMk id="2" creationId="{4A7DB552-15D5-662F-8B95-0D5B867CE7E3}"/>
          </ac:spMkLst>
        </pc:spChg>
        <pc:spChg chg="mod ord">
          <ac:chgData name="Sadhana Sanivarapu" userId="0b47bcbc6733348d" providerId="Windows Live" clId="Web-{FB0B2C1E-58AF-485C-99B2-8186F9F95C99}" dt="2026-08-12T05:10:10.263" v="103" actId="14100"/>
          <ac:spMkLst>
            <pc:docMk/>
            <pc:sldMk cId="195654381" sldId="270"/>
            <ac:spMk id="3" creationId="{EDB0A8BE-2227-4661-0054-3194C8F7F63A}"/>
          </ac:spMkLst>
        </pc:spChg>
        <pc:spChg chg="mod ord">
          <ac:chgData name="Sadhana Sanivarapu" userId="0b47bcbc6733348d" providerId="Windows Live" clId="Web-{FB0B2C1E-58AF-485C-99B2-8186F9F95C99}" dt="2026-08-12T05:04:20.972" v="92"/>
          <ac:spMkLst>
            <pc:docMk/>
            <pc:sldMk cId="195654381" sldId="270"/>
            <ac:spMk id="4" creationId="{83B1D94E-5605-39B4-E957-9E8D49B2069A}"/>
          </ac:spMkLst>
        </pc:spChg>
        <pc:spChg chg="del mod ord">
          <ac:chgData name="Sadhana Sanivarapu" userId="0b47bcbc6733348d" providerId="Windows Live" clId="Web-{FB0B2C1E-58AF-485C-99B2-8186F9F95C99}" dt="2026-08-12T05:06:56.056" v="94"/>
          <ac:spMkLst>
            <pc:docMk/>
            <pc:sldMk cId="195654381" sldId="270"/>
            <ac:spMk id="5" creationId="{C6E871C1-65AA-DE01-586A-DF697B38B4D0}"/>
          </ac:spMkLst>
        </pc:spChg>
        <pc:spChg chg="mod ord">
          <ac:chgData name="Sadhana Sanivarapu" userId="0b47bcbc6733348d" providerId="Windows Live" clId="Web-{FB0B2C1E-58AF-485C-99B2-8186F9F95C99}" dt="2026-08-12T05:04:20.972" v="92"/>
          <ac:spMkLst>
            <pc:docMk/>
            <pc:sldMk cId="195654381" sldId="270"/>
            <ac:spMk id="6" creationId="{0BF297A6-191A-FE66-1A37-6EAAD85B640E}"/>
          </ac:spMkLst>
        </pc:spChg>
      </pc:sldChg>
      <pc:sldChg chg="delSp modSp new mod modClrScheme chgLayout">
        <pc:chgData name="Sadhana Sanivarapu" userId="0b47bcbc6733348d" providerId="Windows Live" clId="Web-{FB0B2C1E-58AF-485C-99B2-8186F9F95C99}" dt="2026-08-12T05:09:58.576" v="101" actId="14100"/>
        <pc:sldMkLst>
          <pc:docMk/>
          <pc:sldMk cId="2562011069" sldId="271"/>
        </pc:sldMkLst>
        <pc:spChg chg="mod ord">
          <ac:chgData name="Sadhana Sanivarapu" userId="0b47bcbc6733348d" providerId="Windows Live" clId="Web-{FB0B2C1E-58AF-485C-99B2-8186F9F95C99}" dt="2026-08-12T05:04:20.972" v="92"/>
          <ac:spMkLst>
            <pc:docMk/>
            <pc:sldMk cId="2562011069" sldId="271"/>
            <ac:spMk id="2" creationId="{BB7EFA41-954B-A483-D86E-ECB658739CC5}"/>
          </ac:spMkLst>
        </pc:spChg>
        <pc:spChg chg="mod ord">
          <ac:chgData name="Sadhana Sanivarapu" userId="0b47bcbc6733348d" providerId="Windows Live" clId="Web-{FB0B2C1E-58AF-485C-99B2-8186F9F95C99}" dt="2026-08-12T05:09:58.576" v="101" actId="14100"/>
          <ac:spMkLst>
            <pc:docMk/>
            <pc:sldMk cId="2562011069" sldId="271"/>
            <ac:spMk id="3" creationId="{F5ACAE27-FDF3-8D47-45CB-E7EA6E291FF9}"/>
          </ac:spMkLst>
        </pc:spChg>
        <pc:spChg chg="mod ord">
          <ac:chgData name="Sadhana Sanivarapu" userId="0b47bcbc6733348d" providerId="Windows Live" clId="Web-{FB0B2C1E-58AF-485C-99B2-8186F9F95C99}" dt="2026-08-12T05:04:20.972" v="92"/>
          <ac:spMkLst>
            <pc:docMk/>
            <pc:sldMk cId="2562011069" sldId="271"/>
            <ac:spMk id="4" creationId="{62D3CF1A-4CFC-0518-653A-1A3AAAC599B2}"/>
          </ac:spMkLst>
        </pc:spChg>
        <pc:spChg chg="del mod ord">
          <ac:chgData name="Sadhana Sanivarapu" userId="0b47bcbc6733348d" providerId="Windows Live" clId="Web-{FB0B2C1E-58AF-485C-99B2-8186F9F95C99}" dt="2026-08-12T05:07:06.243" v="95"/>
          <ac:spMkLst>
            <pc:docMk/>
            <pc:sldMk cId="2562011069" sldId="271"/>
            <ac:spMk id="5" creationId="{9C5CA01A-7480-6D65-ED92-4404D7A083BD}"/>
          </ac:spMkLst>
        </pc:spChg>
        <pc:spChg chg="mod ord">
          <ac:chgData name="Sadhana Sanivarapu" userId="0b47bcbc6733348d" providerId="Windows Live" clId="Web-{FB0B2C1E-58AF-485C-99B2-8186F9F95C99}" dt="2026-08-12T05:04:20.972" v="92"/>
          <ac:spMkLst>
            <pc:docMk/>
            <pc:sldMk cId="2562011069" sldId="271"/>
            <ac:spMk id="6" creationId="{35CA41AD-AAE7-A0EC-EB23-5DEF141CD4C9}"/>
          </ac:spMkLst>
        </pc:spChg>
      </pc:sldChg>
      <pc:sldMasterChg chg="del delSldLayout">
        <pc:chgData name="Sadhana Sanivarapu" userId="0b47bcbc6733348d" providerId="Windows Live" clId="Web-{FB0B2C1E-58AF-485C-99B2-8186F9F95C99}" dt="2026-08-12T05:03:58.127" v="88"/>
        <pc:sldMasterMkLst>
          <pc:docMk/>
          <pc:sldMasterMk cId="2004648542" sldId="2147483660"/>
        </pc:sldMasterMkLst>
        <pc:sldLayoutChg chg="del">
          <pc:chgData name="Sadhana Sanivarapu" userId="0b47bcbc6733348d" providerId="Windows Live" clId="Web-{FB0B2C1E-58AF-485C-99B2-8186F9F95C99}" dt="2026-08-12T05:03:58.127" v="88"/>
          <pc:sldLayoutMkLst>
            <pc:docMk/>
            <pc:sldMasterMk cId="2004648542" sldId="2147483660"/>
            <pc:sldLayoutMk cId="3046467399" sldId="214748366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234063583" sldId="214748366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914427621" sldId="214748366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139565762" sldId="214748366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30571365" sldId="214748366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050243582" sldId="214748366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509395297" sldId="214748366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46425680" sldId="2147483668"/>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024570748" sldId="2147483669"/>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13126969" sldId="2147483670"/>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279530036" sldId="214748367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4524097" sldId="214748367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657710616" sldId="214748367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758193518" sldId="214748367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911575820" sldId="214748367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552067503" sldId="214748367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382681145" sldId="214748367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002249040" sldId="2147483678"/>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795848325" sldId="2147483679"/>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299755683" sldId="2147483680"/>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203447392" sldId="214748368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815863695" sldId="214748368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608786430" sldId="214748368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43425241" sldId="214748368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224001733" sldId="214748368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803648006" sldId="214748368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078202842" sldId="214748368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129953359" sldId="2147483688"/>
          </pc:sldLayoutMkLst>
        </pc:sldLayoutChg>
      </pc:sldMasterChg>
      <pc:sldMasterChg chg="add del addSldLayout delSldLayout modSldLayout">
        <pc:chgData name="Sadhana Sanivarapu" userId="0b47bcbc6733348d" providerId="Windows Live" clId="Web-{FB0B2C1E-58AF-485C-99B2-8186F9F95C99}" dt="2026-08-12T05:04:03.190" v="89"/>
        <pc:sldMasterMkLst>
          <pc:docMk/>
          <pc:sldMasterMk cId="3408140907" sldId="2147483689"/>
        </pc:sldMasterMkLst>
        <pc:sldLayoutChg chg="add del mod replId">
          <pc:chgData name="Sadhana Sanivarapu" userId="0b47bcbc6733348d" providerId="Windows Live" clId="Web-{FB0B2C1E-58AF-485C-99B2-8186F9F95C99}" dt="2026-08-12T05:04:03.190" v="89"/>
          <pc:sldLayoutMkLst>
            <pc:docMk/>
            <pc:sldMasterMk cId="3408140907" sldId="2147483689"/>
            <pc:sldLayoutMk cId="199654283" sldId="214748369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188757324" sldId="214748369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887116289" sldId="214748369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888510948" sldId="214748369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938522152" sldId="214748369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021916911" sldId="214748369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23818634" sldId="214748369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535611051" sldId="2147483697"/>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603363563" sldId="2147483698"/>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933003450" sldId="2147483699"/>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342455633" sldId="214748370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18247374" sldId="214748370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189097463" sldId="214748370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996736445" sldId="214748370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323435956" sldId="214748370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367584568" sldId="214748370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266053220" sldId="214748370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37276835" sldId="2147483707"/>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668441582" sldId="2147483708"/>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706629557" sldId="2147483709"/>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819347052" sldId="214748371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045200753" sldId="214748371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6070560" sldId="214748371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815989331" sldId="214748371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450169972" sldId="214748371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626361676" sldId="214748371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18217171" sldId="214748371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5397119" sldId="2147483717"/>
          </pc:sldLayoutMkLst>
        </pc:sldLayoutChg>
      </pc:sldMasterChg>
      <pc:sldMasterChg chg="add del addSldLayout delSldLayout modSldLayout">
        <pc:chgData name="Sadhana Sanivarapu" userId="0b47bcbc6733348d" providerId="Windows Live" clId="Web-{FB0B2C1E-58AF-485C-99B2-8186F9F95C99}" dt="2026-08-12T05:04:11.206" v="90"/>
        <pc:sldMasterMkLst>
          <pc:docMk/>
          <pc:sldMasterMk cId="1329729133" sldId="2147483718"/>
        </pc:sldMasterMkLst>
        <pc:sldLayoutChg chg="add del mod replId">
          <pc:chgData name="Sadhana Sanivarapu" userId="0b47bcbc6733348d" providerId="Windows Live" clId="Web-{FB0B2C1E-58AF-485C-99B2-8186F9F95C99}" dt="2026-08-12T05:04:11.206" v="90"/>
          <pc:sldLayoutMkLst>
            <pc:docMk/>
            <pc:sldMasterMk cId="1329729133" sldId="2147483718"/>
            <pc:sldLayoutMk cId="3197108812" sldId="214748371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651142221" sldId="214748372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07874854" sldId="214748372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073563946" sldId="214748372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279582940" sldId="214748372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4062414571" sldId="214748372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94383455" sldId="214748372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25462791" sldId="2147483726"/>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352076148" sldId="2147483727"/>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263659281" sldId="2147483728"/>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481829166" sldId="214748372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842677774" sldId="214748373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590671168" sldId="214748373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877600061" sldId="214748373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246061588" sldId="214748373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795076846" sldId="214748373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77020621" sldId="214748373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323225742" sldId="2147483736"/>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987574937" sldId="2147483737"/>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53879526" sldId="2147483738"/>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63978527" sldId="214748373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87825213" sldId="214748374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822407682" sldId="214748374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092292890" sldId="214748374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74454299" sldId="214748374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602513208" sldId="214748374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29379984" sldId="214748374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381028638" sldId="2147483746"/>
          </pc:sldLayoutMkLst>
        </pc:sldLayoutChg>
      </pc:sldMasterChg>
      <pc:sldMasterChg chg="add del addSldLayout delSldLayout modSldLayout">
        <pc:chgData name="Sadhana Sanivarapu" userId="0b47bcbc6733348d" providerId="Windows Live" clId="Web-{FB0B2C1E-58AF-485C-99B2-8186F9F95C99}" dt="2026-08-12T05:04:14.612" v="91"/>
        <pc:sldMasterMkLst>
          <pc:docMk/>
          <pc:sldMasterMk cId="4260318451" sldId="2147483747"/>
        </pc:sldMasterMkLst>
        <pc:sldLayoutChg chg="add del mod replId">
          <pc:chgData name="Sadhana Sanivarapu" userId="0b47bcbc6733348d" providerId="Windows Live" clId="Web-{FB0B2C1E-58AF-485C-99B2-8186F9F95C99}" dt="2026-08-12T05:04:14.612" v="91"/>
          <pc:sldLayoutMkLst>
            <pc:docMk/>
            <pc:sldMasterMk cId="4260318451" sldId="2147483747"/>
            <pc:sldLayoutMk cId="1224785338" sldId="214748374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4042968687" sldId="214748374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006244621" sldId="214748375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786863493" sldId="214748375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58390325" sldId="214748375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4034436425" sldId="214748375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596573377" sldId="214748375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719724624" sldId="2147483755"/>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549172565" sldId="2147483756"/>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856866524" sldId="2147483757"/>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929894655" sldId="214748375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551255609" sldId="214748375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357656258" sldId="214748376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492696737" sldId="214748376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246914559" sldId="214748376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870952520" sldId="214748376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051797218" sldId="214748376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710425860" sldId="2147483765"/>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609353933" sldId="2147483766"/>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685623099" sldId="2147483767"/>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368975021" sldId="214748376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764489281" sldId="214748376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305772689" sldId="214748377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613453660" sldId="214748377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99808809" sldId="214748377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409872201" sldId="214748377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229480507" sldId="214748377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842495516" sldId="2147483775"/>
          </pc:sldLayoutMkLst>
        </pc:sldLayoutChg>
      </pc:sldMasterChg>
      <pc:sldMasterChg chg="add del addSldLayout delSldLayout modSldLayout">
        <pc:chgData name="Sadhana Sanivarapu" userId="0b47bcbc6733348d" providerId="Windows Live" clId="Web-{FB0B2C1E-58AF-485C-99B2-8186F9F95C99}" dt="2026-08-12T05:04:20.972" v="92"/>
        <pc:sldMasterMkLst>
          <pc:docMk/>
          <pc:sldMasterMk cId="70747736" sldId="2147483776"/>
        </pc:sldMasterMkLst>
        <pc:sldLayoutChg chg="add del mod replId">
          <pc:chgData name="Sadhana Sanivarapu" userId="0b47bcbc6733348d" providerId="Windows Live" clId="Web-{FB0B2C1E-58AF-485C-99B2-8186F9F95C99}" dt="2026-08-12T05:04:20.972" v="92"/>
          <pc:sldLayoutMkLst>
            <pc:docMk/>
            <pc:sldMasterMk cId="70747736" sldId="2147483776"/>
            <pc:sldLayoutMk cId="2931797658" sldId="214748377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878580905" sldId="214748377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5435472" sldId="214748377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150051018" sldId="214748378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310364142" sldId="214748378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001666620" sldId="214748378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333391856" sldId="214748378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562871943" sldId="2147483784"/>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091722483" sldId="2147483785"/>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197282685" sldId="2147483786"/>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523652492" sldId="214748378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25526870" sldId="214748378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789125678" sldId="214748378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262344865" sldId="214748379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903648542" sldId="214748379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420309854" sldId="214748379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173953285" sldId="214748379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47522745" sldId="2147483794"/>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349020994" sldId="2147483795"/>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682082446" sldId="2147483796"/>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779390353" sldId="214748379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261776116" sldId="214748379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772960206" sldId="214748379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929661807" sldId="214748380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758589" sldId="214748380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7314518" sldId="214748380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912960785" sldId="214748380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224368260" sldId="2147483804"/>
          </pc:sldLayoutMkLst>
        </pc:sldLayoutChg>
      </pc:sldMasterChg>
      <pc:sldMasterChg chg="add addSldLayout modSldLayout">
        <pc:chgData name="Sadhana Sanivarapu" userId="0b47bcbc6733348d" providerId="Windows Live" clId="Web-{FB0B2C1E-58AF-485C-99B2-8186F9F95C99}" dt="2026-08-12T05:04:20.972" v="92"/>
        <pc:sldMasterMkLst>
          <pc:docMk/>
          <pc:sldMasterMk cId="530061875" sldId="2147483805"/>
        </pc:sldMasterMkLst>
        <pc:sldLayoutChg chg="add mod replId">
          <pc:chgData name="Sadhana Sanivarapu" userId="0b47bcbc6733348d" providerId="Windows Live" clId="Web-{FB0B2C1E-58AF-485C-99B2-8186F9F95C99}" dt="2026-08-12T05:04:20.972" v="92"/>
          <pc:sldLayoutMkLst>
            <pc:docMk/>
            <pc:sldMasterMk cId="530061875" sldId="2147483805"/>
            <pc:sldLayoutMk cId="2851153127" sldId="214748380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167772976" sldId="214748380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543671073" sldId="214748380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08871420" sldId="214748380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549647671" sldId="214748381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441687732" sldId="214748381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894154557" sldId="214748381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270069020" sldId="2147483813"/>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679593729" sldId="2147483814"/>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60976674" sldId="2147483815"/>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876585650" sldId="214748381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792097944" sldId="214748381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699825144" sldId="214748381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797481023" sldId="214748381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509131594" sldId="214748382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603713251" sldId="214748382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8823590" sldId="214748382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645976085" sldId="2147483823"/>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514445720" sldId="2147483824"/>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555574949" sldId="2147483825"/>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226429425" sldId="214748382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940001911" sldId="214748382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34497910" sldId="214748382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55776107" sldId="214748382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428142149" sldId="214748383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476234514" sldId="214748383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142779727" sldId="214748383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616110449" sldId="2147483833"/>
          </pc:sldLayoutMkLst>
        </pc:sldLayoutChg>
      </pc:sldMasterChg>
    </pc:docChg>
  </pc:docChgLst>
  <pc:docChgLst>
    <pc:chgData name="Sadhana Sanivarapu" userId="0b47bcbc6733348d" providerId="Windows Live" clId="Web-{AB263375-AB32-4A82-80A5-96F6461A812E}"/>
    <pc:docChg chg="delSld modSld">
      <pc:chgData name="Sadhana Sanivarapu" userId="0b47bcbc6733348d" providerId="Windows Live" clId="Web-{AB263375-AB32-4A82-80A5-96F6461A812E}" dt="2026-08-07T05:05:51.162" v="292" actId="20577"/>
      <pc:docMkLst>
        <pc:docMk/>
      </pc:docMkLst>
      <pc:sldChg chg="addSp delSp modSp">
        <pc:chgData name="Sadhana Sanivarapu" userId="0b47bcbc6733348d" providerId="Windows Live" clId="Web-{AB263375-AB32-4A82-80A5-96F6461A812E}" dt="2026-08-07T05:05:51.162" v="292" actId="20577"/>
        <pc:sldMkLst>
          <pc:docMk/>
          <pc:sldMk cId="0" sldId="256"/>
        </pc:sldMkLst>
        <pc:spChg chg="add mod">
          <ac:chgData name="Sadhana Sanivarapu" userId="0b47bcbc6733348d" providerId="Windows Live" clId="Web-{AB263375-AB32-4A82-80A5-96F6461A812E}" dt="2026-08-07T05:05:51.162" v="292" actId="20577"/>
          <ac:spMkLst>
            <pc:docMk/>
            <pc:sldMk cId="0" sldId="256"/>
            <ac:spMk id="11" creationId="{BB8E8E66-3F1A-363C-19B5-70C84CEABAD8}"/>
          </ac:spMkLst>
        </pc:spChg>
        <pc:picChg chg="add mod ord">
          <ac:chgData name="Sadhana Sanivarapu" userId="0b47bcbc6733348d" providerId="Windows Live" clId="Web-{AB263375-AB32-4A82-80A5-96F6461A812E}" dt="2026-08-07T04:24:13.871" v="50" actId="14100"/>
          <ac:picMkLst>
            <pc:docMk/>
            <pc:sldMk cId="0" sldId="256"/>
            <ac:picMk id="10" creationId="{2B0F19F2-DAAE-8DDB-8614-10660BBB9451}"/>
          </ac:picMkLst>
        </pc:picChg>
      </pc:sldChg>
      <pc:sldChg chg="addSp delSp modSp">
        <pc:chgData name="Sadhana Sanivarapu" userId="0b47bcbc6733348d" providerId="Windows Live" clId="Web-{AB263375-AB32-4A82-80A5-96F6461A812E}" dt="2026-08-07T05:03:13.114" v="284" actId="20577"/>
        <pc:sldMkLst>
          <pc:docMk/>
          <pc:sldMk cId="0" sldId="257"/>
        </pc:sldMkLst>
        <pc:spChg chg="add mod">
          <ac:chgData name="Sadhana Sanivarapu" userId="0b47bcbc6733348d" providerId="Windows Live" clId="Web-{AB263375-AB32-4A82-80A5-96F6461A812E}" dt="2026-08-07T05:03:13.114" v="284" actId="20577"/>
          <ac:spMkLst>
            <pc:docMk/>
            <pc:sldMk cId="0" sldId="257"/>
            <ac:spMk id="6" creationId="{D4B58C8E-26E5-1DFE-BC43-FEA0260F7C94}"/>
          </ac:spMkLst>
        </pc:spChg>
      </pc:sldChg>
      <pc:sldChg chg="modSp">
        <pc:chgData name="Sadhana Sanivarapu" userId="0b47bcbc6733348d" providerId="Windows Live" clId="Web-{AB263375-AB32-4A82-80A5-96F6461A812E}" dt="2026-08-07T05:02:03.473" v="271" actId="20577"/>
        <pc:sldMkLst>
          <pc:docMk/>
          <pc:sldMk cId="0" sldId="258"/>
        </pc:sldMkLst>
        <pc:spChg chg="mod">
          <ac:chgData name="Sadhana Sanivarapu" userId="0b47bcbc6733348d" providerId="Windows Live" clId="Web-{AB263375-AB32-4A82-80A5-96F6461A812E}" dt="2026-08-07T05:02:03.473" v="271" actId="20577"/>
          <ac:spMkLst>
            <pc:docMk/>
            <pc:sldMk cId="0" sldId="258"/>
            <ac:spMk id="3" creationId="{00000000-0000-0000-0000-000000000000}"/>
          </ac:spMkLst>
        </pc:spChg>
      </pc:sldChg>
      <pc:sldChg chg="modSp">
        <pc:chgData name="Sadhana Sanivarapu" userId="0b47bcbc6733348d" providerId="Windows Live" clId="Web-{AB263375-AB32-4A82-80A5-96F6461A812E}" dt="2026-08-07T04:46:41.651" v="107" actId="20577"/>
        <pc:sldMkLst>
          <pc:docMk/>
          <pc:sldMk cId="0" sldId="259"/>
        </pc:sldMkLst>
        <pc:spChg chg="mod">
          <ac:chgData name="Sadhana Sanivarapu" userId="0b47bcbc6733348d" providerId="Windows Live" clId="Web-{AB263375-AB32-4A82-80A5-96F6461A812E}" dt="2026-08-07T04:46:41.651" v="107" actId="20577"/>
          <ac:spMkLst>
            <pc:docMk/>
            <pc:sldMk cId="0" sldId="25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5DEC014E-32E8-BC91-190E-85B3C74C9203}"/>
              </a:ext>
            </a:extLst>
          </p:cNvPr>
          <p:cNvSpPr>
            <a:spLocks noGrp="1"/>
          </p:cNvSpPr>
          <p:nvPr>
            <p:ph type="title"/>
          </p:nvPr>
        </p:nvSpPr>
        <p:spPr>
          <a:xfrm>
            <a:off x="5143499" y="964075"/>
            <a:ext cx="3490723" cy="3739896"/>
          </a:xfrm>
        </p:spPr>
        <p:txBody>
          <a:bodyPr/>
          <a:lstStyle/>
          <a:p>
            <a:r>
              <a:rPr lang="en-US" dirty="0"/>
              <a:t>Click to edit Master title style</a:t>
            </a:r>
          </a:p>
        </p:txBody>
      </p:sp>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5143500" y="4822842"/>
            <a:ext cx="3154680" cy="1380744"/>
          </a:xfrm>
        </p:spPr>
        <p:txBody>
          <a:bodyPr anchor="t" anchorCtr="0">
            <a:normAutofit/>
          </a:bodyPr>
          <a:lstStyle>
            <a:lvl1pPr marL="0" indent="0" algn="l">
              <a:buNone/>
              <a:defRPr sz="2667">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13" name="Footer Placeholder 12">
            <a:extLst>
              <a:ext uri="{FF2B5EF4-FFF2-40B4-BE49-F238E27FC236}">
                <a16:creationId xmlns:a16="http://schemas.microsoft.com/office/drawing/2014/main" xmlns=""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
              </a:t>
            </a:r>
          </a:p>
        </p:txBody>
      </p:sp>
      <p:sp>
        <p:nvSpPr>
          <p:cNvPr id="10" name="Picture Placeholder 9">
            <a:extLst>
              <a:ext uri="{FF2B5EF4-FFF2-40B4-BE49-F238E27FC236}">
                <a16:creationId xmlns:a16="http://schemas.microsoft.com/office/drawing/2014/main" xmlns="" id="{884C280F-E753-FE97-A722-F86168AC97B1}"/>
              </a:ext>
            </a:extLst>
          </p:cNvPr>
          <p:cNvSpPr>
            <a:spLocks noGrp="1" noChangeAspect="1"/>
          </p:cNvSpPr>
          <p:nvPr>
            <p:ph type="pic" sz="quarter" idx="13" hasCustomPrompt="1"/>
          </p:nvPr>
        </p:nvSpPr>
        <p:spPr>
          <a:xfrm>
            <a:off x="630936" y="964074"/>
            <a:ext cx="4052460" cy="5258929"/>
          </a:xfrm>
          <a:custGeom>
            <a:avLst/>
            <a:gdLst/>
            <a:ahLst/>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xmlns="" val="0"/>
                </a:ext>
              </a:extLst>
            </a:blip>
            <a:stretch>
              <a:fillRect/>
            </a:stretch>
          </a:blipFill>
          <a:ln w="6350">
            <a:noFill/>
          </a:ln>
        </p:spPr>
        <p:txBody>
          <a:bodyPr wrap="square" anchor="t">
            <a:noAutofit/>
          </a:bodyPr>
          <a:lstStyle>
            <a:lvl1pPr>
              <a:defRPr>
                <a:solidFill>
                  <a:schemeClr val="tx1"/>
                </a:solidFill>
              </a:defRPr>
            </a:lvl1pPr>
          </a:lstStyle>
          <a:p>
            <a:endParaRPr/>
          </a:p>
        </p:txBody>
      </p:sp>
      <p:sp>
        <p:nvSpPr>
          <p:cNvPr id="4" name="Date Placeholder 3">
            <a:extLst>
              <a:ext uri="{FF2B5EF4-FFF2-40B4-BE49-F238E27FC236}">
                <a16:creationId xmlns:a16="http://schemas.microsoft.com/office/drawing/2014/main" xmlns="" id="{EE117A08-C834-F239-A3DF-2D1295F0AE4C}"/>
              </a:ext>
            </a:extLst>
          </p:cNvPr>
          <p:cNvSpPr>
            <a:spLocks noGrp="1"/>
          </p:cNvSpPr>
          <p:nvPr>
            <p:ph type="dt" sz="half" idx="10"/>
          </p:nvPr>
        </p:nvSpPr>
        <p:spPr>
          <a:xfrm rot="5400000">
            <a:off x="7481150" y="4732736"/>
            <a:ext cx="2706690" cy="273844"/>
          </a:xfrm>
        </p:spPr>
        <p:txBody>
          <a:bodyPr/>
          <a:lstStyle/>
          <a:p>
            <a:fld id="{7FA43F5B-065E-43CE-B3FD-98C48A6F94D7}" type="datetimeFigureOut">
              <a:rPr lang="en-US" dirty="0"/>
              <a:pPr/>
              <a:t>8/12/2026</a:t>
            </a:fld>
            <a:endParaRPr lang="en-US" dirty="0"/>
          </a:p>
        </p:txBody>
      </p:sp>
      <p:sp>
        <p:nvSpPr>
          <p:cNvPr id="14" name="Slide Number Placeholder 13">
            <a:extLst>
              <a:ext uri="{FF2B5EF4-FFF2-40B4-BE49-F238E27FC236}">
                <a16:creationId xmlns:a16="http://schemas.microsoft.com/office/drawing/2014/main" xmlns=""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2851153127"/>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FE6C4595-90D4-94E6-CEBA-82807457D2BE}"/>
              </a:ext>
            </a:extLst>
          </p:cNvPr>
          <p:cNvSpPr>
            <a:spLocks noGrp="1"/>
          </p:cNvSpPr>
          <p:nvPr>
            <p:ph type="title"/>
          </p:nvPr>
        </p:nvSpPr>
        <p:spPr>
          <a:xfrm>
            <a:off x="548640" y="365760"/>
            <a:ext cx="8055864" cy="1132258"/>
          </a:xfrm>
        </p:spPr>
        <p:txBody>
          <a:bodyPr/>
          <a:lstStyle/>
          <a:p>
            <a:endParaRPr lang="en-US" dirty="0"/>
          </a:p>
        </p:txBody>
      </p:sp>
      <p:sp>
        <p:nvSpPr>
          <p:cNvPr id="5" name="Footer Placeholder 4">
            <a:extLst>
              <a:ext uri="{FF2B5EF4-FFF2-40B4-BE49-F238E27FC236}">
                <a16:creationId xmlns:a16="http://schemas.microsoft.com/office/drawing/2014/main" xmlns=""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Content Placeholder 2">
            <a:extLst>
              <a:ext uri="{FF2B5EF4-FFF2-40B4-BE49-F238E27FC236}">
                <a16:creationId xmlns:a16="http://schemas.microsoft.com/office/drawing/2014/main" xmlns="" id="{6C2DD052-3E45-E789-01F8-33250024ECBD}"/>
              </a:ext>
            </a:extLst>
          </p:cNvPr>
          <p:cNvSpPr>
            <a:spLocks noGrp="1"/>
          </p:cNvSpPr>
          <p:nvPr>
            <p:ph idx="1"/>
          </p:nvPr>
        </p:nvSpPr>
        <p:spPr>
          <a:xfrm>
            <a:off x="548640" y="1658679"/>
            <a:ext cx="8085582" cy="4925000"/>
          </a:xfrm>
        </p:spPr>
        <p:txBody>
          <a:bodyPr>
            <a:normAutofit/>
          </a:bodyPr>
          <a:lstStyle>
            <a:lvl1pPr>
              <a:defRPr sz="2400">
                <a:solidFill>
                  <a:schemeClr val="tx1"/>
                </a:solidFill>
              </a:defRPr>
            </a:lvl1pPr>
            <a:lvl2pPr>
              <a:defRPr sz="2133">
                <a:solidFill>
                  <a:schemeClr val="tx1"/>
                </a:solidFill>
              </a:defRPr>
            </a:lvl2pPr>
            <a:lvl3pPr>
              <a:defRPr sz="1867">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116777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336E9A-8E96-CD8C-7598-F87632CD81CF}"/>
              </a:ext>
            </a:extLst>
          </p:cNvPr>
          <p:cNvSpPr>
            <a:spLocks noGrp="1"/>
          </p:cNvSpPr>
          <p:nvPr>
            <p:ph type="ctrTitle"/>
          </p:nvPr>
        </p:nvSpPr>
        <p:spPr>
          <a:xfrm>
            <a:off x="457200" y="5218032"/>
            <a:ext cx="8229600" cy="786384"/>
          </a:xfrm>
        </p:spPr>
        <p:txBody>
          <a:bodyPr anchor="b">
            <a:normAutofit/>
          </a:bodyPr>
          <a:lstStyle>
            <a:lvl1pPr algn="ctr">
              <a:defRPr sz="5867">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457200" y="5972630"/>
            <a:ext cx="8229600" cy="480373"/>
          </a:xfrm>
        </p:spPr>
        <p:txBody>
          <a:bodyPr anchor="t">
            <a:normAutofit/>
          </a:bodyPr>
          <a:lstStyle>
            <a:lvl1pPr marL="0" indent="0" algn="ctr">
              <a:buNone/>
              <a:defRPr sz="2667">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11" name="Picture Placeholder 10">
            <a:extLst>
              <a:ext uri="{FF2B5EF4-FFF2-40B4-BE49-F238E27FC236}">
                <a16:creationId xmlns:a16="http://schemas.microsoft.com/office/drawing/2014/main" xmlns="" id="{B24A208E-BD69-BB12-21B8-DA405B501FA8}"/>
              </a:ext>
            </a:extLst>
          </p:cNvPr>
          <p:cNvSpPr>
            <a:spLocks noGrp="1" noChangeAspect="1"/>
          </p:cNvSpPr>
          <p:nvPr>
            <p:ph type="pic" sz="quarter" idx="13" hasCustomPrompt="1"/>
          </p:nvPr>
        </p:nvSpPr>
        <p:spPr>
          <a:xfrm>
            <a:off x="1" y="1"/>
            <a:ext cx="9143999" cy="4986425"/>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sp>
        <p:nvSpPr>
          <p:cNvPr id="6" name="Footer Placeholder 5">
            <a:extLst>
              <a:ext uri="{FF2B5EF4-FFF2-40B4-BE49-F238E27FC236}">
                <a16:creationId xmlns:a16="http://schemas.microsoft.com/office/drawing/2014/main" xmlns="" id="{8C88BD73-E6AB-68A9-F41B-313E0C44777C}"/>
              </a:ext>
            </a:extLst>
          </p:cNvPr>
          <p:cNvSpPr>
            <a:spLocks noGrp="1"/>
          </p:cNvSpPr>
          <p:nvPr>
            <p:ph type="ftr" sz="quarter" idx="15"/>
          </p:nvPr>
        </p:nvSpPr>
        <p:spPr>
          <a:xfrm rot="16200000">
            <a:off x="-485020" y="5832832"/>
            <a:ext cx="1503444" cy="273844"/>
          </a:xfrm>
        </p:spPr>
        <p:txBody>
          <a:bodyPr/>
          <a:lstStyle/>
          <a:p>
            <a:r>
              <a:rPr lang="en-US" dirty="0"/>
              <a:t>
              </a:t>
            </a:r>
          </a:p>
        </p:txBody>
      </p:sp>
      <p:sp>
        <p:nvSpPr>
          <p:cNvPr id="5" name="Date Placeholder 4">
            <a:extLst>
              <a:ext uri="{FF2B5EF4-FFF2-40B4-BE49-F238E27FC236}">
                <a16:creationId xmlns:a16="http://schemas.microsoft.com/office/drawing/2014/main" xmlns="" id="{BEAA6162-61A3-2C41-311C-F407FC4B4DA9}"/>
              </a:ext>
            </a:extLst>
          </p:cNvPr>
          <p:cNvSpPr>
            <a:spLocks noGrp="1"/>
          </p:cNvSpPr>
          <p:nvPr>
            <p:ph type="dt" sz="half" idx="14"/>
          </p:nvPr>
        </p:nvSpPr>
        <p:spPr/>
        <p:txBody>
          <a:bodyPr/>
          <a:lstStyle/>
          <a:p>
            <a:fld id="{7FA43F5B-065E-43CE-B3FD-98C48A6F94D7}" type="datetimeFigureOut">
              <a:rPr lang="en-US" dirty="0"/>
              <a:pPr/>
              <a:t>8/12/2026</a:t>
            </a:fld>
            <a:endParaRPr lang="en-US" dirty="0"/>
          </a:p>
        </p:txBody>
      </p:sp>
      <p:cxnSp>
        <p:nvCxnSpPr>
          <p:cNvPr id="4" name="Straight Connector 3">
            <a:extLst>
              <a:ext uri="{FF2B5EF4-FFF2-40B4-BE49-F238E27FC236}">
                <a16:creationId xmlns:a16="http://schemas.microsoft.com/office/drawing/2014/main" xmlns="" id="{1DABF624-39B6-C7A2-98E7-26593626B429}"/>
              </a:ext>
              <a:ext uri="{C183D7F6-B498-43B3-948B-1728B52AA6E4}">
                <adec:decorative xmlns:adec="http://schemas.microsoft.com/office/drawing/2017/decorative" xmlns="" val="1"/>
              </a:ext>
            </a:extLst>
          </p:cNvPr>
          <p:cNvCxnSpPr>
            <a:cxnSpLocks/>
          </p:cNvCxnSpPr>
          <p:nvPr/>
        </p:nvCxnSpPr>
        <p:spPr>
          <a:xfrm flipH="1">
            <a:off x="3" y="498994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xmlns="" id="{BE6B102F-64E7-9387-1F8F-DB4AC825773A}"/>
              </a:ext>
            </a:extLst>
          </p:cNvPr>
          <p:cNvSpPr>
            <a:spLocks noGrp="1"/>
          </p:cNvSpPr>
          <p:nvPr>
            <p:ph type="sldNum" sz="quarter" idx="16"/>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1543671073"/>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CE84C31D-CC85-27E5-FD9F-627C926D5A22}"/>
              </a:ext>
            </a:extLst>
          </p:cNvPr>
          <p:cNvSpPr>
            <a:spLocks noGrp="1"/>
          </p:cNvSpPr>
          <p:nvPr>
            <p:ph type="title"/>
          </p:nvPr>
        </p:nvSpPr>
        <p:spPr>
          <a:xfrm>
            <a:off x="628651" y="2578609"/>
            <a:ext cx="5909501" cy="3592629"/>
          </a:xfrm>
        </p:spPr>
        <p:txBody>
          <a:bodyPr>
            <a:normAutofit/>
          </a:bodyPr>
          <a:lstStyle>
            <a:lvl1pPr>
              <a:defRPr sz="8000"/>
            </a:lvl1pPr>
          </a:lstStyle>
          <a:p>
            <a:r>
              <a:rPr lang="en-US" dirty="0"/>
              <a:t>Click to edit Master title style</a:t>
            </a:r>
          </a:p>
        </p:txBody>
      </p:sp>
      <p:cxnSp>
        <p:nvCxnSpPr>
          <p:cNvPr id="7" name="Straight Connector 6">
            <a:extLst>
              <a:ext uri="{FF2B5EF4-FFF2-40B4-BE49-F238E27FC236}">
                <a16:creationId xmlns:a16="http://schemas.microsoft.com/office/drawing/2014/main" xmlns="" id="{A10B934F-7AD0-6CA4-BC4D-9CC30854BF9C}"/>
              </a:ext>
              <a:ext uri="{C183D7F6-B498-43B3-948B-1728B52AA6E4}">
                <adec:decorative xmlns:adec="http://schemas.microsoft.com/office/drawing/2017/decorative" xmlns="" val="1"/>
              </a:ext>
            </a:extLst>
          </p:cNvPr>
          <p:cNvCxnSpPr>
            <a:cxnSpLocks/>
          </p:cNvCxnSpPr>
          <p:nvPr/>
        </p:nvCxnSpPr>
        <p:spPr>
          <a:xfrm flipH="1">
            <a:off x="3" y="171450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xmlns="" id="{17FF6486-38AE-54F6-E2F3-8B944C3F1B94}"/>
              </a:ext>
            </a:extLst>
          </p:cNvPr>
          <p:cNvSpPr>
            <a:spLocks noGrp="1"/>
          </p:cNvSpPr>
          <p:nvPr>
            <p:ph type="ftr" sz="quarter" idx="11"/>
          </p:nvPr>
        </p:nvSpPr>
        <p:spPr/>
        <p:txBody>
          <a:bodyPr/>
          <a:lstStyle/>
          <a:p>
            <a:r>
              <a:rPr lang="en-US" dirty="0"/>
              <a:t>
              </a:t>
            </a:r>
          </a:p>
        </p:txBody>
      </p:sp>
      <p:sp>
        <p:nvSpPr>
          <p:cNvPr id="16" name="Text Placeholder 15">
            <a:extLst>
              <a:ext uri="{FF2B5EF4-FFF2-40B4-BE49-F238E27FC236}">
                <a16:creationId xmlns:a16="http://schemas.microsoft.com/office/drawing/2014/main" xmlns="" id="{341BD916-71AE-106E-105D-01655950FC48}"/>
              </a:ext>
            </a:extLst>
          </p:cNvPr>
          <p:cNvSpPr>
            <a:spLocks noGrp="1"/>
          </p:cNvSpPr>
          <p:nvPr>
            <p:ph type="body" sz="quarter" idx="15"/>
          </p:nvPr>
        </p:nvSpPr>
        <p:spPr>
          <a:xfrm>
            <a:off x="2990850" y="368301"/>
            <a:ext cx="5531644" cy="1014413"/>
          </a:xfrm>
        </p:spPr>
        <p:txBody>
          <a:bodyPr anchor="ctr">
            <a:normAutofit/>
          </a:bodyPr>
          <a:lstStyle>
            <a:lvl1pPr algn="r">
              <a:defRPr sz="2667"/>
            </a:lvl1pPr>
          </a:lstStyle>
          <a:p>
            <a:pPr lvl="0"/>
            <a:r>
              <a:rPr lang="en-US" dirty="0"/>
              <a:t>Click to edit Master text styles</a:t>
            </a:r>
          </a:p>
        </p:txBody>
      </p:sp>
      <p:sp>
        <p:nvSpPr>
          <p:cNvPr id="4" name="Date Placeholder 3">
            <a:extLst>
              <a:ext uri="{FF2B5EF4-FFF2-40B4-BE49-F238E27FC236}">
                <a16:creationId xmlns:a16="http://schemas.microsoft.com/office/drawing/2014/main" xmlns="" id="{68FD0054-227E-4953-9BB1-7141F90243F6}"/>
              </a:ext>
            </a:extLst>
          </p:cNvPr>
          <p:cNvSpPr>
            <a:spLocks noGrp="1"/>
          </p:cNvSpPr>
          <p:nvPr>
            <p:ph type="dt" sz="half" idx="10"/>
          </p:nvPr>
        </p:nvSpPr>
        <p:spPr/>
        <p:txBody>
          <a:bodyPr/>
          <a:lstStyle/>
          <a:p>
            <a:fld id="{7FA43F5B-065E-43CE-B3FD-98C48A6F94D7}"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542E0F1-15E9-E241-9959-A6D46B69EE92}"/>
              </a:ext>
            </a:extLst>
          </p:cNvPr>
          <p:cNvSpPr>
            <a:spLocks noGrp="1"/>
          </p:cNvSpPr>
          <p:nvPr>
            <p:ph type="sldNum" sz="quarter" idx="12"/>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208871420"/>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95842852-3CDE-22AD-D5F0-AAF8279A0910}"/>
              </a:ext>
            </a:extLst>
          </p:cNvPr>
          <p:cNvSpPr>
            <a:spLocks noGrp="1"/>
          </p:cNvSpPr>
          <p:nvPr>
            <p:ph type="title"/>
          </p:nvPr>
        </p:nvSpPr>
        <p:spPr>
          <a:xfrm>
            <a:off x="628650" y="859537"/>
            <a:ext cx="7159752" cy="3675885"/>
          </a:xfrm>
        </p:spPr>
        <p:txBody>
          <a:bodyPr anchor="t">
            <a:normAutofit/>
          </a:bodyPr>
          <a:lstStyle>
            <a:lvl1pPr>
              <a:defRPr sz="8000"/>
            </a:lvl1pPr>
          </a:lstStyle>
          <a:p>
            <a:r>
              <a:rPr lang="en-US" dirty="0"/>
              <a:t>Click to edit Master title style</a:t>
            </a:r>
          </a:p>
        </p:txBody>
      </p:sp>
      <p:sp>
        <p:nvSpPr>
          <p:cNvPr id="5" name="Footer Placeholder 4">
            <a:extLst>
              <a:ext uri="{FF2B5EF4-FFF2-40B4-BE49-F238E27FC236}">
                <a16:creationId xmlns:a16="http://schemas.microsoft.com/office/drawing/2014/main" xmlns=""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xmlns=""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xmlns="" id="{C4D523C5-E38D-F0DE-48C0-B6B8404B63BF}"/>
              </a:ext>
              <a:ext uri="{C183D7F6-B498-43B3-948B-1728B52AA6E4}">
                <adec:decorative xmlns:adec="http://schemas.microsoft.com/office/drawing/2017/decorative" xmlns="" val="1"/>
              </a:ext>
            </a:extLst>
          </p:cNvPr>
          <p:cNvCxnSpPr>
            <a:cxnSpLocks/>
          </p:cNvCxnSpPr>
          <p:nvPr/>
        </p:nvCxnSpPr>
        <p:spPr>
          <a:xfrm flipH="1">
            <a:off x="3" y="514350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49647671"/>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xmlns="" id="{C4EF7E11-76D4-64FA-465B-165405450121}"/>
              </a:ext>
            </a:extLst>
          </p:cNvPr>
          <p:cNvSpPr>
            <a:spLocks noGrp="1"/>
          </p:cNvSpPr>
          <p:nvPr>
            <p:ph type="title"/>
          </p:nvPr>
        </p:nvSpPr>
        <p:spPr>
          <a:xfrm>
            <a:off x="964461" y="1296084"/>
            <a:ext cx="3264994" cy="4265835"/>
          </a:xfrm>
          <a:custGeom>
            <a:avLst/>
            <a:gdLst/>
            <a:ahLst/>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4267">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xmlns="" id="{7D633F00-464B-3088-812A-40496FD1021A}"/>
              </a:ext>
            </a:extLst>
          </p:cNvPr>
          <p:cNvSpPr>
            <a:spLocks noGrp="1"/>
          </p:cNvSpPr>
          <p:nvPr>
            <p:ph sz="quarter" idx="13"/>
          </p:nvPr>
        </p:nvSpPr>
        <p:spPr>
          <a:xfrm>
            <a:off x="4901292" y="1296084"/>
            <a:ext cx="3243834" cy="4265835"/>
          </a:xfrm>
        </p:spPr>
        <p:txBody>
          <a:bodyPr anchor="b" anchorCtr="0"/>
          <a:lstStyle>
            <a:lvl1pPr marL="0" indent="0">
              <a:buNone/>
              <a:defRPr>
                <a:solidFill>
                  <a:schemeClr val="tx1"/>
                </a:solidFill>
              </a:defRPr>
            </a:lvl1pPr>
            <a:lvl2pPr marL="304792" indent="0">
              <a:buNone/>
              <a:defRPr>
                <a:solidFill>
                  <a:schemeClr val="tx1"/>
                </a:solidFill>
              </a:defRPr>
            </a:lvl2pPr>
            <a:lvl3pPr marL="609585" indent="0">
              <a:buNone/>
              <a:defRPr>
                <a:solidFill>
                  <a:schemeClr val="tx1"/>
                </a:solidFill>
              </a:defRPr>
            </a:lvl3pPr>
            <a:lvl4pPr marL="914377" indent="0">
              <a:buNone/>
              <a:defRPr>
                <a:solidFill>
                  <a:schemeClr val="tx1"/>
                </a:solidFill>
              </a:defRPr>
            </a:lvl4pPr>
            <a:lvl5pPr marL="121917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44168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D05B5E-C545-4763-BA47-4C2C0FCA514D}"/>
              </a:ext>
            </a:extLst>
          </p:cNvPr>
          <p:cNvSpPr>
            <a:spLocks noGrp="1"/>
          </p:cNvSpPr>
          <p:nvPr>
            <p:ph type="title"/>
          </p:nvPr>
        </p:nvSpPr>
        <p:spPr>
          <a:xfrm>
            <a:off x="795528" y="4608576"/>
            <a:ext cx="3127248" cy="1609344"/>
          </a:xfrm>
        </p:spPr>
        <p:txBody>
          <a:bodyPr anchor="t" anchorCtr="0">
            <a:noAutofit/>
          </a:bodyPr>
          <a:lstStyle>
            <a:lvl1pPr algn="ctr">
              <a:defRPr sz="5867">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C79D23AA-8F22-4B09-8FAA-CD16E5D66C5D}"/>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Picture Placeholder 7">
            <a:extLst>
              <a:ext uri="{FF2B5EF4-FFF2-40B4-BE49-F238E27FC236}">
                <a16:creationId xmlns:a16="http://schemas.microsoft.com/office/drawing/2014/main" xmlns="" id="{4E5AAB3D-814D-597A-6ADE-F522A8116DCD}"/>
              </a:ext>
            </a:extLst>
          </p:cNvPr>
          <p:cNvSpPr>
            <a:spLocks noGrp="1" noChangeAspect="1"/>
          </p:cNvSpPr>
          <p:nvPr>
            <p:ph type="pic" idx="13" hasCustomPrompt="1"/>
          </p:nvPr>
        </p:nvSpPr>
        <p:spPr>
          <a:xfrm>
            <a:off x="942976" y="1097280"/>
            <a:ext cx="2832353" cy="3168100"/>
          </a:xfrm>
          <a:custGeom>
            <a:avLst/>
            <a:gdLst/>
            <a:ahLst/>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xmlns="" val="0"/>
                </a:ext>
              </a:extLst>
            </a:blip>
            <a:stretch>
              <a:fillRect/>
            </a:stretch>
          </a:blipFill>
          <a:ln w="6350">
            <a:solidFill>
              <a:schemeClr val="tx1"/>
            </a:solidFill>
          </a:ln>
        </p:spPr>
        <p:txBody>
          <a:bodyPr wrap="square" anchor="t">
            <a:noAutofit/>
          </a:bodyPr>
          <a:lstStyle>
            <a:lvl1pPr marL="0" indent="0">
              <a:buFont typeface="Arial" panose="020B0604020202020204" pitchFamily="34" charset="0"/>
              <a:buNone/>
              <a:defRPr sz="4267">
                <a:solidFill>
                  <a:schemeClr val="tx1"/>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a:p>
        </p:txBody>
      </p:sp>
      <p:sp>
        <p:nvSpPr>
          <p:cNvPr id="3" name="Content Placeholder 2">
            <a:extLst>
              <a:ext uri="{FF2B5EF4-FFF2-40B4-BE49-F238E27FC236}">
                <a16:creationId xmlns:a16="http://schemas.microsoft.com/office/drawing/2014/main" xmlns="" id="{7FA263F8-8E34-4910-BF7A-F1C5A99689DC}"/>
              </a:ext>
            </a:extLst>
          </p:cNvPr>
          <p:cNvSpPr>
            <a:spLocks noGrp="1"/>
          </p:cNvSpPr>
          <p:nvPr>
            <p:ph idx="1"/>
          </p:nvPr>
        </p:nvSpPr>
        <p:spPr>
          <a:xfrm>
            <a:off x="5356098" y="841248"/>
            <a:ext cx="3161538"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dirty="0"/>
              <a:pPr/>
              <a:t>‹#›</a:t>
            </a:fld>
            <a:endParaRPr lang="en-US" dirty="0"/>
          </a:p>
        </p:txBody>
      </p:sp>
      <p:cxnSp>
        <p:nvCxnSpPr>
          <p:cNvPr id="7" name="Straight Connector 6">
            <a:extLst>
              <a:ext uri="{FF2B5EF4-FFF2-40B4-BE49-F238E27FC236}">
                <a16:creationId xmlns:a16="http://schemas.microsoft.com/office/drawing/2014/main" xmlns="" id="{ECD2C868-CE73-A5B1-1389-62A23B14E008}"/>
              </a:ext>
              <a:ext uri="{C183D7F6-B498-43B3-948B-1728B52AA6E4}">
                <adec:decorative xmlns:adec="http://schemas.microsoft.com/office/drawing/2017/decorative" xmlns="" val="1"/>
              </a:ext>
            </a:extLst>
          </p:cNvPr>
          <p:cNvCxnSpPr>
            <a:cxnSpLocks/>
          </p:cNvCxnSpPr>
          <p:nvPr/>
        </p:nvCxnSpPr>
        <p:spPr>
          <a:xfrm>
            <a:off x="4722815"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894154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89788" y="2615184"/>
            <a:ext cx="2859786" cy="3557016"/>
          </a:xfrm>
        </p:spPr>
        <p:txBody>
          <a:bodyPr>
            <a:normAutofit/>
          </a:bodyPr>
          <a:lstStyle>
            <a:lvl1pPr>
              <a:defRPr sz="4267">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xmlns="" id="{D42D62A0-8127-CE86-0633-0D65E1E136F7}"/>
              </a:ext>
            </a:extLst>
          </p:cNvPr>
          <p:cNvSpPr>
            <a:spLocks noGrp="1"/>
          </p:cNvSpPr>
          <p:nvPr>
            <p:ph sz="quarter" idx="13"/>
          </p:nvPr>
        </p:nvSpPr>
        <p:spPr>
          <a:xfrm>
            <a:off x="4139804" y="841248"/>
            <a:ext cx="3717131" cy="3556000"/>
          </a:xfrm>
        </p:spPr>
        <p:txBody>
          <a:bodyPr/>
          <a:lstStyle>
            <a:lvl1pPr>
              <a:defRPr>
                <a:solidFill>
                  <a:schemeClr val="tx1"/>
                </a:solidFill>
              </a:defRPr>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xmlns="" id="{EF4378AB-83E7-8777-F6CD-8F19BA4FEE73}"/>
              </a:ext>
              <a:ext uri="{C183D7F6-B498-43B3-948B-1728B52AA6E4}">
                <adec:decorative xmlns:adec="http://schemas.microsoft.com/office/drawing/2017/decorative" xmlns="" val="1"/>
              </a:ext>
            </a:extLst>
          </p:cNvPr>
          <p:cNvCxnSpPr>
            <a:cxnSpLocks/>
          </p:cNvCxnSpPr>
          <p:nvPr/>
        </p:nvCxnSpPr>
        <p:spPr>
          <a:xfrm flipV="1">
            <a:off x="376215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270069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48640" y="841248"/>
            <a:ext cx="2249424" cy="5184648"/>
          </a:xfrm>
        </p:spPr>
        <p:txBody>
          <a:bodyPr anchor="t" anchorCtr="0">
            <a:normAutofit/>
          </a:bodyPr>
          <a:lstStyle>
            <a:lvl1pPr>
              <a:defRPr sz="4267">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xmlns="" id="{8C71126E-AEFA-B45A-CD39-AC1315E03339}"/>
              </a:ext>
            </a:extLst>
          </p:cNvPr>
          <p:cNvSpPr>
            <a:spLocks noGrp="1"/>
          </p:cNvSpPr>
          <p:nvPr>
            <p:ph sz="quarter" idx="13"/>
          </p:nvPr>
        </p:nvSpPr>
        <p:spPr>
          <a:xfrm>
            <a:off x="3500194" y="841248"/>
            <a:ext cx="4695116" cy="5184648"/>
          </a:xfrm>
        </p:spPr>
        <p:txBody>
          <a:bodyPr/>
          <a:lstStyle>
            <a:lvl1pPr>
              <a:defRPr>
                <a:solidFill>
                  <a:schemeClr val="tx1"/>
                </a:solidFill>
              </a:defRPr>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xmlns="" id="{C8293A07-68F2-BD10-B738-E87F3F3D8CF3}"/>
              </a:ext>
              <a:ext uri="{C183D7F6-B498-43B3-948B-1728B52AA6E4}">
                <adec:decorative xmlns:adec="http://schemas.microsoft.com/office/drawing/2017/decorative" xmlns="" val="1"/>
              </a:ext>
            </a:extLst>
          </p:cNvPr>
          <p:cNvCxnSpPr>
            <a:cxnSpLocks/>
          </p:cNvCxnSpPr>
          <p:nvPr/>
        </p:nvCxnSpPr>
        <p:spPr>
          <a:xfrm flipV="1">
            <a:off x="313665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7959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6623364" y="990512"/>
            <a:ext cx="1924195" cy="1858941"/>
          </a:xfrm>
        </p:spPr>
        <p:txBody>
          <a:bodyPr anchor="b"/>
          <a:lstStyle>
            <a:lvl1pPr>
              <a:defRPr lang="en-US" sz="4267"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xmlns="" id="{3CA946DA-5AE8-39E2-3ADD-B8F06308C1C6}"/>
              </a:ext>
            </a:extLst>
          </p:cNvPr>
          <p:cNvSpPr>
            <a:spLocks noGrp="1" noChangeAspect="1"/>
          </p:cNvSpPr>
          <p:nvPr>
            <p:ph type="pic" sz="quarter" idx="13" hasCustomPrompt="1"/>
          </p:nvPr>
        </p:nvSpPr>
        <p:spPr>
          <a:xfrm>
            <a:off x="1" y="0"/>
            <a:ext cx="6244742" cy="6858000"/>
          </a:xfrm>
          <a:custGeom>
            <a:avLst/>
            <a:gdLst/>
            <a:ahLst/>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xmlns="" val="0"/>
                </a:ext>
              </a:extLst>
            </a:blip>
            <a:stretch>
              <a:fillRect/>
            </a:stretch>
          </a:blipFill>
        </p:spPr>
        <p:txBody>
          <a:bodyPr wrap="square" anchor="t">
            <a:noAutofit/>
          </a:bodyPr>
          <a:lstStyle>
            <a:lvl1pPr marL="0" indent="0">
              <a:buFont typeface="Arial" panose="020B0604020202020204" pitchFamily="34" charset="0"/>
              <a:buNone/>
              <a:defRPr/>
            </a:lvl1pPr>
          </a:lstStyle>
          <a:p>
            <a:endParaRPr/>
          </a:p>
        </p:txBody>
      </p:sp>
      <p:sp>
        <p:nvSpPr>
          <p:cNvPr id="8" name="Content Placeholder 7">
            <a:extLst>
              <a:ext uri="{FF2B5EF4-FFF2-40B4-BE49-F238E27FC236}">
                <a16:creationId xmlns:a16="http://schemas.microsoft.com/office/drawing/2014/main" xmlns="" id="{6E0D00CE-C191-6DE5-9D82-7EFB59BC3739}"/>
              </a:ext>
            </a:extLst>
          </p:cNvPr>
          <p:cNvSpPr>
            <a:spLocks noGrp="1"/>
          </p:cNvSpPr>
          <p:nvPr>
            <p:ph sz="quarter" idx="14"/>
          </p:nvPr>
        </p:nvSpPr>
        <p:spPr>
          <a:xfrm>
            <a:off x="6624204" y="3011335"/>
            <a:ext cx="1919983" cy="2656250"/>
          </a:xfrm>
        </p:spPr>
        <p:txBody>
          <a:bodyPr vert="horz" lIns="91440" tIns="45720" rIns="91440" bIns="45720" rtlCol="0">
            <a:normAutofit/>
          </a:bodyPr>
          <a:lstStyle>
            <a:lvl1pPr marL="0" indent="0">
              <a:buNone/>
              <a:defRPr lang="en-US" dirty="0"/>
            </a:lvl1pPr>
            <a:lvl2pPr marL="304792" indent="0">
              <a:buNone/>
              <a:defRPr lang="en-US" sz="1867" dirty="0"/>
            </a:lvl2pPr>
            <a:lvl3pPr marL="609585" indent="0">
              <a:buNone/>
              <a:defRPr lang="en-US" sz="1867" dirty="0"/>
            </a:lvl3pPr>
            <a:lvl4pPr marL="914377" indent="0">
              <a:buNone/>
              <a:defRPr lang="en-US" sz="1867" dirty="0"/>
            </a:lvl4pPr>
            <a:lvl5pPr marL="1219170" indent="0">
              <a:buNone/>
              <a:defRPr lang="en-US" sz="1867"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xmlns="" id="{8BD5A515-9970-0784-7927-52F94C270B46}"/>
              </a:ext>
            </a:extLst>
          </p:cNvPr>
          <p:cNvSpPr>
            <a:spLocks noGrp="1"/>
          </p:cNvSpPr>
          <p:nvPr>
            <p:ph type="ftr" sz="quarter" idx="16"/>
          </p:nvPr>
        </p:nvSpPr>
        <p:spPr>
          <a:xfrm rot="5400000">
            <a:off x="7347733" y="1638599"/>
            <a:ext cx="2973522" cy="273844"/>
          </a:xfrm>
        </p:spPr>
        <p:txBody>
          <a:bodyPr/>
          <a:lstStyle>
            <a:lvl1pPr algn="l">
              <a:defRPr>
                <a:solidFill>
                  <a:schemeClr val="tx1"/>
                </a:solidFill>
              </a:defRPr>
            </a:lvl1pPr>
          </a:lstStyle>
          <a:p>
            <a:r>
              <a:rPr lang="en-US" dirty="0"/>
              <a:t>
              </a:t>
            </a:r>
          </a:p>
        </p:txBody>
      </p:sp>
      <p:sp>
        <p:nvSpPr>
          <p:cNvPr id="9" name="Date Placeholder 4">
            <a:extLst>
              <a:ext uri="{FF2B5EF4-FFF2-40B4-BE49-F238E27FC236}">
                <a16:creationId xmlns:a16="http://schemas.microsoft.com/office/drawing/2014/main" xmlns="" id="{8523CCEC-6BB2-B704-95E2-87FED823C5BD}"/>
              </a:ext>
            </a:extLst>
          </p:cNvPr>
          <p:cNvSpPr>
            <a:spLocks noGrp="1"/>
          </p:cNvSpPr>
          <p:nvPr>
            <p:ph type="dt" sz="half" idx="15"/>
          </p:nvPr>
        </p:nvSpPr>
        <p:spPr>
          <a:xfrm rot="5400000">
            <a:off x="7481150" y="4732736"/>
            <a:ext cx="2706690" cy="273844"/>
          </a:xfrm>
        </p:spPr>
        <p:txBody>
          <a:bodyPr/>
          <a:lstStyle>
            <a:lvl1pPr>
              <a:defRPr>
                <a:solidFill>
                  <a:schemeClr val="tx1"/>
                </a:solidFill>
              </a:defRPr>
            </a:lvl1pPr>
          </a:lstStyle>
          <a:p>
            <a:fld id="{7FA43F5B-065E-43CE-B3FD-98C48A6F94D7}" type="datetimeFigureOut">
              <a:rPr lang="en-US" dirty="0"/>
              <a:pPr/>
              <a:t>8/12/2026</a:t>
            </a:fld>
            <a:endParaRPr lang="en-US" dirty="0"/>
          </a:p>
        </p:txBody>
      </p:sp>
      <p:sp>
        <p:nvSpPr>
          <p:cNvPr id="11" name="Slide Number Placeholder 6">
            <a:extLst>
              <a:ext uri="{FF2B5EF4-FFF2-40B4-BE49-F238E27FC236}">
                <a16:creationId xmlns:a16="http://schemas.microsoft.com/office/drawing/2014/main" xmlns="" id="{1208465C-8C77-73BF-D18F-D01907BAC864}"/>
              </a:ext>
            </a:extLst>
          </p:cNvPr>
          <p:cNvSpPr>
            <a:spLocks noGrp="1"/>
          </p:cNvSpPr>
          <p:nvPr>
            <p:ph type="sldNum" sz="quarter" idx="17"/>
          </p:nvPr>
        </p:nvSpPr>
        <p:spPr>
          <a:xfrm>
            <a:off x="8634222" y="6356351"/>
            <a:ext cx="430965" cy="365125"/>
          </a:xfrm>
        </p:spPr>
        <p:txBody>
          <a:bodyPr/>
          <a:lstStyle>
            <a:lvl1pPr>
              <a:defRPr>
                <a:solidFill>
                  <a:schemeClr val="tx1"/>
                </a:solidFill>
              </a:defRPr>
            </a:lvl1pPr>
          </a:lstStyle>
          <a:p>
            <a:fld id="{2DE90F28-AFBB-4AB2-AA79-6D3F72ED131B}" type="slidenum">
              <a:rPr lang="en-US" dirty="0"/>
              <a:pPr/>
              <a:t>‹#›</a:t>
            </a:fld>
            <a:endParaRPr lang="en-US" dirty="0"/>
          </a:p>
        </p:txBody>
      </p:sp>
      <p:cxnSp>
        <p:nvCxnSpPr>
          <p:cNvPr id="3" name="Straight Connector 2">
            <a:extLst>
              <a:ext uri="{FF2B5EF4-FFF2-40B4-BE49-F238E27FC236}">
                <a16:creationId xmlns:a16="http://schemas.microsoft.com/office/drawing/2014/main" xmlns="" id="{50E2A219-E459-07B3-1ED3-CBF7D239BE08}"/>
              </a:ext>
              <a:ext uri="{C183D7F6-B498-43B3-948B-1728B52AA6E4}">
                <adec:decorative xmlns:adec="http://schemas.microsoft.com/office/drawing/2017/decorative" xmlns="" val="1"/>
              </a:ext>
            </a:extLst>
          </p:cNvPr>
          <p:cNvCxnSpPr>
            <a:cxnSpLocks/>
          </p:cNvCxnSpPr>
          <p:nvPr/>
        </p:nvCxnSpPr>
        <p:spPr>
          <a:xfrm>
            <a:off x="624042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760976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3977640" y="548640"/>
            <a:ext cx="4569919" cy="1143000"/>
          </a:xfrm>
        </p:spPr>
        <p:txBody>
          <a:bodyPr anchor="b">
            <a:noAutofit/>
          </a:bodyPr>
          <a:lstStyle>
            <a:lvl1pPr>
              <a:defRPr sz="4267">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0" y="1"/>
            <a:ext cx="3595414" cy="6858000"/>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xmlns="" id="{818B74D6-CD72-B859-C229-60DB988B25E3}"/>
              </a:ext>
            </a:extLst>
          </p:cNvPr>
          <p:cNvSpPr>
            <a:spLocks noGrp="1"/>
          </p:cNvSpPr>
          <p:nvPr>
            <p:ph sz="quarter" idx="14"/>
          </p:nvPr>
        </p:nvSpPr>
        <p:spPr>
          <a:xfrm>
            <a:off x="3977640" y="1828800"/>
            <a:ext cx="4553712"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xmlns="" id="{DF483F68-3490-71E7-A7DA-DA46BC485F75}"/>
              </a:ext>
              <a:ext uri="{C183D7F6-B498-43B3-948B-1728B52AA6E4}">
                <adec:decorative xmlns:adec="http://schemas.microsoft.com/office/drawing/2017/decorative" xmlns="" val="1"/>
              </a:ext>
            </a:extLst>
          </p:cNvPr>
          <p:cNvCxnSpPr>
            <a:cxnSpLocks/>
          </p:cNvCxnSpPr>
          <p:nvPr/>
        </p:nvCxnSpPr>
        <p:spPr>
          <a:xfrm>
            <a:off x="359786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xmlns="" id="{59345FA4-0621-D8F1-73D0-046B7F4D7713}"/>
              </a:ext>
            </a:extLst>
          </p:cNvPr>
          <p:cNvSpPr>
            <a:spLocks noGrp="1"/>
          </p:cNvSpPr>
          <p:nvPr>
            <p:ph type="dt" sz="half" idx="15"/>
          </p:nvPr>
        </p:nvSpPr>
        <p:spPr>
          <a:xfrm rot="5400000">
            <a:off x="7481150" y="4732736"/>
            <a:ext cx="2706690" cy="273844"/>
          </a:xfrm>
        </p:spPr>
        <p:txBody>
          <a:bodyPr/>
          <a:lstStyle/>
          <a:p>
            <a:fld id="{7FA43F5B-065E-43CE-B3FD-98C48A6F94D7}" type="datetimeFigureOut">
              <a:rPr lang="en-US" dirty="0"/>
              <a:pPr/>
              <a:t>8/12/2026</a:t>
            </a:fld>
            <a:endParaRPr lang="en-US" dirty="0"/>
          </a:p>
        </p:txBody>
      </p:sp>
      <p:sp>
        <p:nvSpPr>
          <p:cNvPr id="9" name="Footer Placeholder 8">
            <a:extLst>
              <a:ext uri="{FF2B5EF4-FFF2-40B4-BE49-F238E27FC236}">
                <a16:creationId xmlns:a16="http://schemas.microsoft.com/office/drawing/2014/main" xmlns="" id="{84C51678-E871-8AD4-08DA-BF7B7013A356}"/>
              </a:ext>
            </a:extLst>
          </p:cNvPr>
          <p:cNvSpPr>
            <a:spLocks noGrp="1"/>
          </p:cNvSpPr>
          <p:nvPr>
            <p:ph type="ftr" sz="quarter" idx="16"/>
          </p:nvPr>
        </p:nvSpPr>
        <p:spPr>
          <a:xfrm rot="16200000" flipH="1">
            <a:off x="7347734" y="1638598"/>
            <a:ext cx="2973522" cy="273844"/>
          </a:xfrm>
        </p:spPr>
        <p:txBody>
          <a:bodyPr/>
          <a:lstStyle/>
          <a:p>
            <a:r>
              <a:rPr lang="en-US" dirty="0"/>
              <a:t>
              </a:t>
            </a:r>
          </a:p>
        </p:txBody>
      </p:sp>
      <p:sp>
        <p:nvSpPr>
          <p:cNvPr id="10" name="Slide Number Placeholder 9">
            <a:extLst>
              <a:ext uri="{FF2B5EF4-FFF2-40B4-BE49-F238E27FC236}">
                <a16:creationId xmlns:a16="http://schemas.microsoft.com/office/drawing/2014/main" xmlns="" id="{3CD01CE4-E064-7D2F-7D3A-9DA85E2777F2}"/>
              </a:ext>
            </a:extLst>
          </p:cNvPr>
          <p:cNvSpPr>
            <a:spLocks noGrp="1"/>
          </p:cNvSpPr>
          <p:nvPr>
            <p:ph type="sldNum" sz="quarter" idx="17"/>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3876585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548640"/>
            <a:ext cx="4601718" cy="1143000"/>
          </a:xfrm>
        </p:spPr>
        <p:txBody>
          <a:bodyPr anchor="b">
            <a:noAutofit/>
          </a:bodyPr>
          <a:lstStyle>
            <a:lvl1pPr>
              <a:defRPr sz="4267">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xmlns="" id="{07755DB3-9272-8E5E-039F-AC14A2C07898}"/>
              </a:ext>
            </a:extLst>
          </p:cNvPr>
          <p:cNvSpPr>
            <a:spLocks noGrp="1"/>
          </p:cNvSpPr>
          <p:nvPr>
            <p:ph sz="quarter" idx="14"/>
          </p:nvPr>
        </p:nvSpPr>
        <p:spPr>
          <a:xfrm>
            <a:off x="548640" y="1828800"/>
            <a:ext cx="4601718"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5550408" y="0"/>
            <a:ext cx="3593592" cy="6858000"/>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cxnSp>
        <p:nvCxnSpPr>
          <p:cNvPr id="6" name="Straight Connector 5">
            <a:extLst>
              <a:ext uri="{FF2B5EF4-FFF2-40B4-BE49-F238E27FC236}">
                <a16:creationId xmlns:a16="http://schemas.microsoft.com/office/drawing/2014/main" xmlns="" id="{9BC07157-DE89-FE2F-0547-2E4055913A13}"/>
              </a:ext>
              <a:ext uri="{C183D7F6-B498-43B3-948B-1728B52AA6E4}">
                <adec:decorative xmlns:adec="http://schemas.microsoft.com/office/drawing/2017/decorative" xmlns="" val="1"/>
              </a:ext>
            </a:extLst>
          </p:cNvPr>
          <p:cNvCxnSpPr>
            <a:cxnSpLocks/>
          </p:cNvCxnSpPr>
          <p:nvPr/>
        </p:nvCxnSpPr>
        <p:spPr>
          <a:xfrm>
            <a:off x="55365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xmlns="" id="{EF7A0C5A-6673-53CC-030B-67BA133D9741}"/>
              </a:ext>
            </a:extLst>
          </p:cNvPr>
          <p:cNvSpPr>
            <a:spLocks noGrp="1"/>
          </p:cNvSpPr>
          <p:nvPr>
            <p:ph type="dt" sz="half" idx="15"/>
          </p:nvPr>
        </p:nvSpPr>
        <p:spPr>
          <a:xfrm rot="5400000">
            <a:off x="-1086645" y="4732736"/>
            <a:ext cx="2706690" cy="273844"/>
          </a:xfrm>
        </p:spPr>
        <p:txBody>
          <a:bodyPr/>
          <a:lstStyle/>
          <a:p>
            <a:fld id="{7FA43F5B-065E-43CE-B3FD-98C48A6F94D7}" type="datetimeFigureOut">
              <a:rPr lang="en-US" dirty="0"/>
              <a:pPr/>
              <a:t>8/12/2026</a:t>
            </a:fld>
            <a:endParaRPr lang="en-US" dirty="0"/>
          </a:p>
        </p:txBody>
      </p:sp>
      <p:sp>
        <p:nvSpPr>
          <p:cNvPr id="7" name="Footer Placeholder 6">
            <a:extLst>
              <a:ext uri="{FF2B5EF4-FFF2-40B4-BE49-F238E27FC236}">
                <a16:creationId xmlns:a16="http://schemas.microsoft.com/office/drawing/2014/main" xmlns="" id="{92521688-F793-E4F2-732B-EEE6F58B758E}"/>
              </a:ext>
            </a:extLst>
          </p:cNvPr>
          <p:cNvSpPr>
            <a:spLocks noGrp="1"/>
          </p:cNvSpPr>
          <p:nvPr>
            <p:ph type="ftr" sz="quarter" idx="16"/>
          </p:nvPr>
        </p:nvSpPr>
        <p:spPr>
          <a:xfrm rot="16200000" flipH="1">
            <a:off x="-1220061" y="1638598"/>
            <a:ext cx="2973522" cy="273844"/>
          </a:xfrm>
        </p:spPr>
        <p:txBody>
          <a:bodyPr/>
          <a:lstStyle/>
          <a:p>
            <a:r>
              <a:rPr lang="en-US" dirty="0"/>
              <a:t>
              </a:t>
            </a:r>
          </a:p>
        </p:txBody>
      </p:sp>
      <p:sp>
        <p:nvSpPr>
          <p:cNvPr id="9" name="Slide Number Placeholder 8">
            <a:extLst>
              <a:ext uri="{FF2B5EF4-FFF2-40B4-BE49-F238E27FC236}">
                <a16:creationId xmlns:a16="http://schemas.microsoft.com/office/drawing/2014/main" xmlns="" id="{2DDBE29E-7417-B57C-BA94-1DBC14BE461B}"/>
              </a:ext>
            </a:extLst>
          </p:cNvPr>
          <p:cNvSpPr>
            <a:spLocks noGrp="1"/>
          </p:cNvSpPr>
          <p:nvPr>
            <p:ph type="sldNum" sz="quarter" idx="17"/>
          </p:nvPr>
        </p:nvSpPr>
        <p:spPr>
          <a:xfrm>
            <a:off x="38338" y="6356351"/>
            <a:ext cx="430965"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3792097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320040"/>
            <a:ext cx="5143500" cy="932688"/>
          </a:xfrm>
        </p:spPr>
        <p:txBody>
          <a:bodyPr anchor="b">
            <a:noAutofit/>
          </a:bodyPr>
          <a:lstStyle>
            <a:lvl1pPr>
              <a:defRPr sz="4267">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xmlns="" id="{07755DB3-9272-8E5E-039F-AC14A2C07898}"/>
              </a:ext>
            </a:extLst>
          </p:cNvPr>
          <p:cNvSpPr>
            <a:spLocks noGrp="1"/>
          </p:cNvSpPr>
          <p:nvPr>
            <p:ph sz="quarter" idx="14"/>
          </p:nvPr>
        </p:nvSpPr>
        <p:spPr>
          <a:xfrm>
            <a:off x="548640" y="1380744"/>
            <a:ext cx="51435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6068800" y="0"/>
            <a:ext cx="3075200" cy="6858000"/>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cxnSp>
        <p:nvCxnSpPr>
          <p:cNvPr id="4" name="Straight Connector 3">
            <a:extLst>
              <a:ext uri="{FF2B5EF4-FFF2-40B4-BE49-F238E27FC236}">
                <a16:creationId xmlns:a16="http://schemas.microsoft.com/office/drawing/2014/main" xmlns="" id="{3C626C00-7A36-46A2-880D-F484910B3412}"/>
              </a:ext>
              <a:ext uri="{C183D7F6-B498-43B3-948B-1728B52AA6E4}">
                <adec:decorative xmlns:adec="http://schemas.microsoft.com/office/drawing/2017/decorative" xmlns="" val="1"/>
              </a:ext>
            </a:extLst>
          </p:cNvPr>
          <p:cNvCxnSpPr>
            <a:cxnSpLocks/>
          </p:cNvCxnSpPr>
          <p:nvPr/>
        </p:nvCxnSpPr>
        <p:spPr>
          <a:xfrm>
            <a:off x="605832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xmlns="" id="{68FF6D8B-36A2-DF79-CDB9-885694DCA71D}"/>
              </a:ext>
            </a:extLst>
          </p:cNvPr>
          <p:cNvSpPr>
            <a:spLocks noGrp="1"/>
          </p:cNvSpPr>
          <p:nvPr>
            <p:ph type="dt" sz="half" idx="15"/>
          </p:nvPr>
        </p:nvSpPr>
        <p:spPr>
          <a:xfrm rot="5400000">
            <a:off x="-1086645" y="4732736"/>
            <a:ext cx="2706690" cy="273844"/>
          </a:xfrm>
        </p:spPr>
        <p:txBody>
          <a:bodyPr/>
          <a:lstStyle/>
          <a:p>
            <a:fld id="{7FA43F5B-065E-43CE-B3FD-98C48A6F94D7}" type="datetimeFigureOut">
              <a:rPr lang="en-US" dirty="0"/>
              <a:pPr/>
              <a:t>8/12/2026</a:t>
            </a:fld>
            <a:endParaRPr lang="en-US" dirty="0"/>
          </a:p>
        </p:txBody>
      </p:sp>
      <p:sp>
        <p:nvSpPr>
          <p:cNvPr id="5" name="Footer Placeholder 4">
            <a:extLst>
              <a:ext uri="{FF2B5EF4-FFF2-40B4-BE49-F238E27FC236}">
                <a16:creationId xmlns:a16="http://schemas.microsoft.com/office/drawing/2014/main" xmlns="" id="{63A2396A-E38F-CC9C-7303-71F99D082082}"/>
              </a:ext>
            </a:extLst>
          </p:cNvPr>
          <p:cNvSpPr>
            <a:spLocks noGrp="1"/>
          </p:cNvSpPr>
          <p:nvPr>
            <p:ph type="ftr" sz="quarter" idx="16"/>
          </p:nvPr>
        </p:nvSpPr>
        <p:spPr>
          <a:xfrm rot="16200000" flipH="1">
            <a:off x="-1220061" y="1638598"/>
            <a:ext cx="2973522" cy="273844"/>
          </a:xfrm>
        </p:spPr>
        <p:txBody>
          <a:bodyPr/>
          <a:lstStyle/>
          <a:p>
            <a:r>
              <a:rPr lang="en-US" dirty="0"/>
              <a:t>
              </a:t>
            </a:r>
          </a:p>
        </p:txBody>
      </p:sp>
      <p:sp>
        <p:nvSpPr>
          <p:cNvPr id="6" name="Slide Number Placeholder 5">
            <a:extLst>
              <a:ext uri="{FF2B5EF4-FFF2-40B4-BE49-F238E27FC236}">
                <a16:creationId xmlns:a16="http://schemas.microsoft.com/office/drawing/2014/main" xmlns="" id="{483B0E4B-031C-4F2A-1993-D824DD71F7DE}"/>
              </a:ext>
            </a:extLst>
          </p:cNvPr>
          <p:cNvSpPr>
            <a:spLocks noGrp="1"/>
          </p:cNvSpPr>
          <p:nvPr>
            <p:ph type="sldNum" sz="quarter" idx="17"/>
          </p:nvPr>
        </p:nvSpPr>
        <p:spPr>
          <a:xfrm>
            <a:off x="38338" y="6356351"/>
            <a:ext cx="430965"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699825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583414"/>
            <a:ext cx="3271266" cy="1262639"/>
          </a:xfrm>
        </p:spPr>
        <p:txBody>
          <a:bodyPr anchor="b">
            <a:noAutofit/>
          </a:bodyPr>
          <a:lstStyle>
            <a:lvl1pPr>
              <a:defRPr sz="4267">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xmlns="" id="{747AED59-1A26-9C13-8482-7857E7DEFE52}"/>
              </a:ext>
            </a:extLst>
          </p:cNvPr>
          <p:cNvSpPr>
            <a:spLocks noGrp="1"/>
          </p:cNvSpPr>
          <p:nvPr>
            <p:ph sz="quarter" idx="14"/>
          </p:nvPr>
        </p:nvSpPr>
        <p:spPr>
          <a:xfrm>
            <a:off x="548641" y="1979461"/>
            <a:ext cx="3270647"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4309110" y="0"/>
            <a:ext cx="4834890" cy="6858000"/>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xmlns="" id="{1481977D-48BC-F135-96F9-1655E4BEE673}"/>
              </a:ext>
              <a:ext uri="{C183D7F6-B498-43B3-948B-1728B52AA6E4}">
                <adec:decorative xmlns:adec="http://schemas.microsoft.com/office/drawing/2017/decorative" xmlns="" val="1"/>
              </a:ext>
            </a:extLst>
          </p:cNvPr>
          <p:cNvCxnSpPr>
            <a:cxnSpLocks/>
          </p:cNvCxnSpPr>
          <p:nvPr/>
        </p:nvCxnSpPr>
        <p:spPr>
          <a:xfrm>
            <a:off x="4299095"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xmlns="" id="{EA981C2C-E0DD-29A7-8209-50D664881524}"/>
              </a:ext>
            </a:extLst>
          </p:cNvPr>
          <p:cNvSpPr>
            <a:spLocks noGrp="1"/>
          </p:cNvSpPr>
          <p:nvPr>
            <p:ph type="dt" sz="half" idx="15"/>
          </p:nvPr>
        </p:nvSpPr>
        <p:spPr>
          <a:xfrm rot="5400000">
            <a:off x="-1086645" y="4732736"/>
            <a:ext cx="2706690" cy="273844"/>
          </a:xfrm>
        </p:spPr>
        <p:txBody>
          <a:bodyPr/>
          <a:lstStyle/>
          <a:p>
            <a:fld id="{7FA43F5B-065E-43CE-B3FD-98C48A6F94D7}" type="datetimeFigureOut">
              <a:rPr lang="en-US" dirty="0"/>
              <a:pPr/>
              <a:t>8/12/2026</a:t>
            </a:fld>
            <a:endParaRPr lang="en-US" dirty="0"/>
          </a:p>
        </p:txBody>
      </p:sp>
      <p:sp>
        <p:nvSpPr>
          <p:cNvPr id="6" name="Footer Placeholder 4">
            <a:extLst>
              <a:ext uri="{FF2B5EF4-FFF2-40B4-BE49-F238E27FC236}">
                <a16:creationId xmlns:a16="http://schemas.microsoft.com/office/drawing/2014/main" xmlns="" id="{D205369F-8CCB-402F-9055-2BF12262B54D}"/>
              </a:ext>
            </a:extLst>
          </p:cNvPr>
          <p:cNvSpPr>
            <a:spLocks noGrp="1"/>
          </p:cNvSpPr>
          <p:nvPr>
            <p:ph type="ftr" sz="quarter" idx="16"/>
          </p:nvPr>
        </p:nvSpPr>
        <p:spPr>
          <a:xfrm rot="16200000" flipH="1">
            <a:off x="-1220061" y="1638598"/>
            <a:ext cx="2973522" cy="273844"/>
          </a:xfrm>
        </p:spPr>
        <p:txBody>
          <a:bodyPr/>
          <a:lstStyle/>
          <a:p>
            <a:r>
              <a:rPr lang="en-US" dirty="0"/>
              <a:t>
              </a:t>
            </a:r>
          </a:p>
        </p:txBody>
      </p:sp>
      <p:sp>
        <p:nvSpPr>
          <p:cNvPr id="7" name="Slide Number Placeholder 5">
            <a:extLst>
              <a:ext uri="{FF2B5EF4-FFF2-40B4-BE49-F238E27FC236}">
                <a16:creationId xmlns:a16="http://schemas.microsoft.com/office/drawing/2014/main" xmlns="" id="{133591F2-4BD3-37D0-B00E-B2CD5F47A36C}"/>
              </a:ext>
            </a:extLst>
          </p:cNvPr>
          <p:cNvSpPr>
            <a:spLocks noGrp="1"/>
          </p:cNvSpPr>
          <p:nvPr>
            <p:ph type="sldNum" sz="quarter" idx="17"/>
          </p:nvPr>
        </p:nvSpPr>
        <p:spPr>
          <a:xfrm>
            <a:off x="38338" y="6356351"/>
            <a:ext cx="430965"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3797481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320040"/>
            <a:ext cx="3429000" cy="932688"/>
          </a:xfrm>
        </p:spPr>
        <p:txBody>
          <a:bodyPr anchor="b"/>
          <a:lstStyle>
            <a:lvl1pPr>
              <a:defRPr sz="4267">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xmlns="" id="{747AED59-1A26-9C13-8482-7857E7DEFE52}"/>
              </a:ext>
            </a:extLst>
          </p:cNvPr>
          <p:cNvSpPr>
            <a:spLocks noGrp="1"/>
          </p:cNvSpPr>
          <p:nvPr>
            <p:ph sz="quarter" idx="14"/>
          </p:nvPr>
        </p:nvSpPr>
        <p:spPr>
          <a:xfrm>
            <a:off x="548640" y="1380744"/>
            <a:ext cx="3429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4438291" y="0"/>
            <a:ext cx="4705709" cy="6858000"/>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xmlns="" id="{B18BEB48-A052-9364-6EF6-F698004CA571}"/>
              </a:ext>
              <a:ext uri="{C183D7F6-B498-43B3-948B-1728B52AA6E4}">
                <adec:decorative xmlns:adec="http://schemas.microsoft.com/office/drawing/2017/decorative" xmlns="" val="1"/>
              </a:ext>
            </a:extLst>
          </p:cNvPr>
          <p:cNvCxnSpPr>
            <a:cxnSpLocks/>
          </p:cNvCxnSpPr>
          <p:nvPr/>
        </p:nvCxnSpPr>
        <p:spPr>
          <a:xfrm>
            <a:off x="443379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xmlns="" id="{417D8113-ECE6-D6F5-9CA4-C96A535F4799}"/>
              </a:ext>
            </a:extLst>
          </p:cNvPr>
          <p:cNvSpPr>
            <a:spLocks noGrp="1"/>
          </p:cNvSpPr>
          <p:nvPr>
            <p:ph type="dt" sz="half" idx="15"/>
          </p:nvPr>
        </p:nvSpPr>
        <p:spPr>
          <a:xfrm rot="5400000">
            <a:off x="-1086645" y="4732736"/>
            <a:ext cx="2706690" cy="273844"/>
          </a:xfrm>
        </p:spPr>
        <p:txBody>
          <a:bodyPr/>
          <a:lstStyle/>
          <a:p>
            <a:fld id="{7FA43F5B-065E-43CE-B3FD-98C48A6F94D7}" type="datetimeFigureOut">
              <a:rPr lang="en-US" dirty="0"/>
              <a:pPr/>
              <a:t>8/12/2026</a:t>
            </a:fld>
            <a:endParaRPr lang="en-US" dirty="0"/>
          </a:p>
        </p:txBody>
      </p:sp>
      <p:sp>
        <p:nvSpPr>
          <p:cNvPr id="6" name="Footer Placeholder 4">
            <a:extLst>
              <a:ext uri="{FF2B5EF4-FFF2-40B4-BE49-F238E27FC236}">
                <a16:creationId xmlns:a16="http://schemas.microsoft.com/office/drawing/2014/main" xmlns="" id="{629A0137-F97A-8194-464D-3B7D4814A8AE}"/>
              </a:ext>
            </a:extLst>
          </p:cNvPr>
          <p:cNvSpPr>
            <a:spLocks noGrp="1"/>
          </p:cNvSpPr>
          <p:nvPr>
            <p:ph type="ftr" sz="quarter" idx="16"/>
          </p:nvPr>
        </p:nvSpPr>
        <p:spPr>
          <a:xfrm rot="16200000" flipH="1">
            <a:off x="-1220061" y="1638598"/>
            <a:ext cx="2973522" cy="273844"/>
          </a:xfrm>
        </p:spPr>
        <p:txBody>
          <a:bodyPr/>
          <a:lstStyle/>
          <a:p>
            <a:r>
              <a:rPr lang="en-US" dirty="0"/>
              <a:t>
              </a:t>
            </a:r>
          </a:p>
        </p:txBody>
      </p:sp>
      <p:sp>
        <p:nvSpPr>
          <p:cNvPr id="7" name="Slide Number Placeholder 5">
            <a:extLst>
              <a:ext uri="{FF2B5EF4-FFF2-40B4-BE49-F238E27FC236}">
                <a16:creationId xmlns:a16="http://schemas.microsoft.com/office/drawing/2014/main" xmlns="" id="{E3FE5686-63A9-B1A1-5734-F96A96514650}"/>
              </a:ext>
            </a:extLst>
          </p:cNvPr>
          <p:cNvSpPr>
            <a:spLocks noGrp="1"/>
          </p:cNvSpPr>
          <p:nvPr>
            <p:ph type="sldNum" sz="quarter" idx="17"/>
          </p:nvPr>
        </p:nvSpPr>
        <p:spPr>
          <a:xfrm>
            <a:off x="38338" y="6356351"/>
            <a:ext cx="430965"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xmlns="" val="509131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5012268"/>
            <a:ext cx="2804922" cy="1390330"/>
          </a:xfrm>
        </p:spPr>
        <p:txBody>
          <a:bodyPr anchor="t">
            <a:normAutofit/>
          </a:bodyPr>
          <a:lstStyle>
            <a:lvl1pPr>
              <a:defRPr sz="4267">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noChangeAspect="1"/>
          </p:cNvSpPr>
          <p:nvPr>
            <p:ph type="pic" sz="quarter" idx="13" hasCustomPrompt="1"/>
          </p:nvPr>
        </p:nvSpPr>
        <p:spPr>
          <a:xfrm>
            <a:off x="-1" y="0"/>
            <a:ext cx="9144000" cy="4635132"/>
          </a:xfrm>
          <a:blipFill>
            <a:blip r:embed="rId2">
              <a:alphaModFix amt="70000"/>
              <a:extLst>
                <a:ext uri="{28A0092B-C50C-407E-A947-70E740481C1C}">
                  <a14:useLocalDpi xmlns:a14="http://schemas.microsoft.com/office/drawing/2010/main" xmlns="" val="0"/>
                </a:ext>
              </a:extLst>
            </a:blip>
            <a:stretch>
              <a:fillRect/>
            </a:stretch>
          </a:blipFill>
        </p:spPr>
        <p:txBody>
          <a:bodyPr anchor="t"/>
          <a:lstStyle>
            <a:lvl1pPr>
              <a:defRPr>
                <a:solidFill>
                  <a:schemeClr val="tx1"/>
                </a:solidFill>
              </a:defRPr>
            </a:lvl1pPr>
          </a:lstStyle>
          <a:p>
            <a:endParaRPr/>
          </a:p>
        </p:txBody>
      </p:sp>
      <p:sp>
        <p:nvSpPr>
          <p:cNvPr id="4" name="Footer Placeholder 5">
            <a:extLst>
              <a:ext uri="{FF2B5EF4-FFF2-40B4-BE49-F238E27FC236}">
                <a16:creationId xmlns:a16="http://schemas.microsoft.com/office/drawing/2014/main" xmlns="" id="{485E715F-A05B-F2BC-ABF4-447E9B58E0C2}"/>
              </a:ext>
            </a:extLst>
          </p:cNvPr>
          <p:cNvSpPr>
            <a:spLocks noGrp="1"/>
          </p:cNvSpPr>
          <p:nvPr>
            <p:ph type="ftr" sz="quarter" idx="15"/>
          </p:nvPr>
        </p:nvSpPr>
        <p:spPr>
          <a:xfrm rot="16200000">
            <a:off x="-587902" y="5729950"/>
            <a:ext cx="1709209" cy="273844"/>
          </a:xfrm>
        </p:spPr>
        <p:txBody>
          <a:bodyPr/>
          <a:lstStyle/>
          <a:p>
            <a:r>
              <a:rPr lang="en-US" dirty="0"/>
              <a:t>
              </a:t>
            </a:r>
          </a:p>
        </p:txBody>
      </p:sp>
      <p:sp>
        <p:nvSpPr>
          <p:cNvPr id="8" name="Content Placeholder 7">
            <a:extLst>
              <a:ext uri="{FF2B5EF4-FFF2-40B4-BE49-F238E27FC236}">
                <a16:creationId xmlns:a16="http://schemas.microsoft.com/office/drawing/2014/main" xmlns="" id="{C3D15418-1E32-0501-0E66-54FC2DD08E39}"/>
              </a:ext>
            </a:extLst>
          </p:cNvPr>
          <p:cNvSpPr>
            <a:spLocks noGrp="1"/>
          </p:cNvSpPr>
          <p:nvPr>
            <p:ph sz="quarter" idx="14"/>
          </p:nvPr>
        </p:nvSpPr>
        <p:spPr>
          <a:xfrm>
            <a:off x="3634740" y="5012267"/>
            <a:ext cx="4800600" cy="1390330"/>
          </a:xfrm>
        </p:spPr>
        <p:txBody>
          <a:bodyPr>
            <a:noAutofit/>
          </a:bodyPr>
          <a:lstStyle>
            <a:lvl1pPr marL="0" indent="0">
              <a:buFont typeface="Arial" panose="020B0604020202020204" pitchFamily="34" charset="0"/>
              <a:buNone/>
              <a:defRPr sz="2400">
                <a:solidFill>
                  <a:schemeClr val="tx1"/>
                </a:solidFill>
              </a:defRPr>
            </a:lvl1pPr>
            <a:lvl2pPr marL="304792" indent="0">
              <a:buFont typeface="Arial" panose="020B0604020202020204" pitchFamily="34" charset="0"/>
              <a:buNone/>
              <a:defRPr sz="2133">
                <a:solidFill>
                  <a:schemeClr val="tx1"/>
                </a:solidFill>
              </a:defRPr>
            </a:lvl2pPr>
            <a:lvl3pPr marL="609585" indent="0">
              <a:buFont typeface="Arial" panose="020B0604020202020204" pitchFamily="34" charset="0"/>
              <a:buNone/>
              <a:defRPr sz="1867">
                <a:solidFill>
                  <a:schemeClr val="tx1"/>
                </a:solidFill>
              </a:defRPr>
            </a:lvl3pPr>
            <a:lvl4pPr marL="914377" indent="0">
              <a:buFont typeface="Arial" panose="020B0604020202020204" pitchFamily="34" charset="0"/>
              <a:buNone/>
              <a:defRPr sz="1600">
                <a:solidFill>
                  <a:schemeClr val="tx1"/>
                </a:solidFill>
              </a:defRPr>
            </a:lvl4pPr>
            <a:lvl5pPr marL="1219170" indent="0">
              <a:buFont typeface="Arial" panose="020B0604020202020204" pitchFamily="34" charset="0"/>
              <a:buNone/>
              <a:defRPr sz="1467">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897D0B7E-1A60-DA52-6965-92412B1C2F9F}"/>
              </a:ext>
            </a:extLst>
          </p:cNvPr>
          <p:cNvSpPr>
            <a:spLocks noGrp="1"/>
          </p:cNvSpPr>
          <p:nvPr>
            <p:ph type="dt" sz="half" idx="10"/>
          </p:nvPr>
        </p:nvSpPr>
        <p:spPr>
          <a:xfrm rot="5400000">
            <a:off x="8229128" y="5480714"/>
            <a:ext cx="1210734" cy="273844"/>
          </a:xfrm>
        </p:spPr>
        <p:txBody>
          <a:bodyPr/>
          <a:lstStyle>
            <a:lvl1pPr>
              <a:defRPr>
                <a:solidFill>
                  <a:schemeClr val="tx1"/>
                </a:solidFill>
              </a:defRPr>
            </a:lvl1pPr>
          </a:lstStyle>
          <a:p>
            <a:fld id="{ADC8C146-0A20-4029-98D5-9A42EEDF8B24}" type="datetimeFigureOut">
              <a:rPr lang="en-US" dirty="0"/>
              <a:pPr/>
              <a:t>8/12/2026</a:t>
            </a:fld>
            <a:endParaRPr lang="en-US" dirty="0"/>
          </a:p>
        </p:txBody>
      </p:sp>
      <p:sp>
        <p:nvSpPr>
          <p:cNvPr id="7" name="Slide Number Placeholder 6">
            <a:extLst>
              <a:ext uri="{FF2B5EF4-FFF2-40B4-BE49-F238E27FC236}">
                <a16:creationId xmlns:a16="http://schemas.microsoft.com/office/drawing/2014/main" xmlns=""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xmlns="" id="{2A2B6090-1D21-5610-7943-4C4F96A6C767}"/>
              </a:ext>
              <a:ext uri="{C183D7F6-B498-43B3-948B-1728B52AA6E4}">
                <adec:decorative xmlns:adec="http://schemas.microsoft.com/office/drawing/2017/decorative" xmlns="" val="1"/>
              </a:ext>
            </a:extLst>
          </p:cNvPr>
          <p:cNvCxnSpPr>
            <a:cxnSpLocks/>
          </p:cNvCxnSpPr>
          <p:nvPr/>
        </p:nvCxnSpPr>
        <p:spPr>
          <a:xfrm flipH="1">
            <a:off x="0" y="463823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603713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480061" y="4882896"/>
            <a:ext cx="2743202" cy="1453896"/>
          </a:xfrm>
        </p:spPr>
        <p:txBody>
          <a:bodyPr anchor="t">
            <a:normAutofit/>
          </a:bodyPr>
          <a:lstStyle>
            <a:lvl1pPr algn="ctr">
              <a:defRPr sz="4267">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xmlns=""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16" name="Picture Placeholder 15">
            <a:extLst>
              <a:ext uri="{FF2B5EF4-FFF2-40B4-BE49-F238E27FC236}">
                <a16:creationId xmlns:a16="http://schemas.microsoft.com/office/drawing/2014/main" xmlns="" id="{838F5DE0-1AA8-5320-EBEC-7B2EEF399630}"/>
              </a:ext>
            </a:extLst>
          </p:cNvPr>
          <p:cNvSpPr>
            <a:spLocks noGrp="1" noChangeAspect="1"/>
          </p:cNvSpPr>
          <p:nvPr>
            <p:ph type="pic" sz="quarter" idx="13" hasCustomPrompt="1"/>
          </p:nvPr>
        </p:nvSpPr>
        <p:spPr>
          <a:xfrm>
            <a:off x="548641" y="548643"/>
            <a:ext cx="2617631" cy="4041647"/>
          </a:xfrm>
          <a:custGeom>
            <a:avLst/>
            <a:gdLst/>
            <a:ahLst/>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xmlns="" val="0"/>
                </a:ext>
              </a:extLst>
            </a:blip>
            <a:srcRect/>
            <a:stretch>
              <a:fillRect/>
            </a:stretch>
          </a:blipFill>
          <a:ln w="6350">
            <a:solidFill>
              <a:schemeClr val="tx1"/>
            </a:solidFill>
          </a:ln>
        </p:spPr>
        <p:txBody>
          <a:bodyPr wrap="square" anchor="t">
            <a:noAutofit/>
          </a:bodyPr>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xmlns="" id="{83F7B03F-5EDA-605B-1A2E-F48896E48939}"/>
              </a:ext>
            </a:extLst>
          </p:cNvPr>
          <p:cNvSpPr>
            <a:spLocks noGrp="1"/>
          </p:cNvSpPr>
          <p:nvPr>
            <p:ph sz="quarter" idx="14"/>
          </p:nvPr>
        </p:nvSpPr>
        <p:spPr>
          <a:xfrm>
            <a:off x="3703320" y="549275"/>
            <a:ext cx="4920854"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FigureOut">
              <a:rPr lang="en-US" dirty="0"/>
              <a:pPr/>
              <a:t>8/12/2026</a:t>
            </a:fld>
            <a:endParaRPr lang="en-US" dirty="0"/>
          </a:p>
        </p:txBody>
      </p:sp>
      <p:sp>
        <p:nvSpPr>
          <p:cNvPr id="7" name="Slide Number Placeholder 6">
            <a:extLst>
              <a:ext uri="{FF2B5EF4-FFF2-40B4-BE49-F238E27FC236}">
                <a16:creationId xmlns:a16="http://schemas.microsoft.com/office/drawing/2014/main" xmlns=""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xmlns="" id="{619C3A72-7CAE-129F-7490-B687280EF1C9}"/>
              </a:ext>
              <a:ext uri="{C183D7F6-B498-43B3-948B-1728B52AA6E4}">
                <adec:decorative xmlns:adec="http://schemas.microsoft.com/office/drawing/2017/decorative" xmlns="" val="1"/>
              </a:ext>
            </a:extLst>
          </p:cNvPr>
          <p:cNvCxnSpPr>
            <a:cxnSpLocks/>
          </p:cNvCxnSpPr>
          <p:nvPr/>
        </p:nvCxnSpPr>
        <p:spPr>
          <a:xfrm>
            <a:off x="348458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788235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38623" y="559341"/>
            <a:ext cx="8066753" cy="932688"/>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xmlns="" id="{3C89FBB9-2C05-A4C1-ECB4-D6A5C4219E42}"/>
              </a:ext>
            </a:extLst>
          </p:cNvPr>
          <p:cNvSpPr>
            <a:spLocks noGrp="1"/>
          </p:cNvSpPr>
          <p:nvPr>
            <p:ph type="ftr" sz="quarter" idx="16"/>
          </p:nvPr>
        </p:nvSpPr>
        <p:spPr>
          <a:xfrm rot="16200000" flipH="1">
            <a:off x="-1220061" y="1638598"/>
            <a:ext cx="2973522" cy="273844"/>
          </a:xfrm>
        </p:spPr>
        <p:txBody>
          <a:bodyPr/>
          <a:lstStyle>
            <a:lvl1pPr>
              <a:defRPr>
                <a:solidFill>
                  <a:schemeClr val="tx1"/>
                </a:solidFill>
              </a:defRPr>
            </a:lvl1pPr>
          </a:lstStyle>
          <a:p>
            <a:r>
              <a:rPr lang="en-US" dirty="0"/>
              <a:t>
              </a:t>
            </a:r>
          </a:p>
        </p:txBody>
      </p:sp>
      <p:sp>
        <p:nvSpPr>
          <p:cNvPr id="3" name="Date Placeholder 4">
            <a:extLst>
              <a:ext uri="{FF2B5EF4-FFF2-40B4-BE49-F238E27FC236}">
                <a16:creationId xmlns:a16="http://schemas.microsoft.com/office/drawing/2014/main" xmlns="" id="{BBB07A11-50DE-6BC0-0514-6E2C14A47985}"/>
              </a:ext>
            </a:extLst>
          </p:cNvPr>
          <p:cNvSpPr>
            <a:spLocks noGrp="1"/>
          </p:cNvSpPr>
          <p:nvPr>
            <p:ph type="dt" sz="half" idx="15"/>
          </p:nvPr>
        </p:nvSpPr>
        <p:spPr>
          <a:xfrm rot="16200000" flipH="1">
            <a:off x="-1086646" y="4640587"/>
            <a:ext cx="2706690" cy="273844"/>
          </a:xfrm>
        </p:spPr>
        <p:txBody>
          <a:bodyPr/>
          <a:lstStyle>
            <a:lvl1pPr algn="l">
              <a:defRPr>
                <a:solidFill>
                  <a:schemeClr val="tx1"/>
                </a:solidFill>
              </a:defRPr>
            </a:lvl1pPr>
          </a:lstStyle>
          <a:p>
            <a:fld id="{7FA43F5B-065E-43CE-B3FD-98C48A6F94D7}" type="datetimeFigureOut">
              <a:rPr lang="en-US" dirty="0"/>
              <a:pPr/>
              <a:t>8/12/2026</a:t>
            </a:fld>
            <a:endParaRPr lang="en-US" dirty="0"/>
          </a:p>
        </p:txBody>
      </p:sp>
      <p:sp>
        <p:nvSpPr>
          <p:cNvPr id="6" name="Slide Number Placeholder 6">
            <a:extLst>
              <a:ext uri="{FF2B5EF4-FFF2-40B4-BE49-F238E27FC236}">
                <a16:creationId xmlns:a16="http://schemas.microsoft.com/office/drawing/2014/main" xmlns="" id="{03ED5F49-F9F7-05A9-62AC-C9C8DF2EADE8}"/>
              </a:ext>
            </a:extLst>
          </p:cNvPr>
          <p:cNvSpPr>
            <a:spLocks noGrp="1"/>
          </p:cNvSpPr>
          <p:nvPr>
            <p:ph type="sldNum" sz="quarter" idx="17"/>
          </p:nvPr>
        </p:nvSpPr>
        <p:spPr>
          <a:xfrm>
            <a:off x="66427" y="6264202"/>
            <a:ext cx="430965" cy="365125"/>
          </a:xfrm>
        </p:spPr>
        <p:txBody>
          <a:bodyPr/>
          <a:lstStyle>
            <a:lvl1pPr>
              <a:defRPr>
                <a:solidFill>
                  <a:schemeClr val="tx1"/>
                </a:solidFill>
              </a:defRPr>
            </a:lvl1pPr>
          </a:lstStyle>
          <a:p>
            <a:fld id="{2DE90F28-AFBB-4AB2-AA79-6D3F72ED131B}" type="slidenum">
              <a:rPr lang="en-US" dirty="0"/>
              <a:pPr/>
              <a:t>‹#›</a:t>
            </a:fld>
            <a:endParaRPr lang="en-US" dirty="0"/>
          </a:p>
        </p:txBody>
      </p:sp>
      <p:sp>
        <p:nvSpPr>
          <p:cNvPr id="8" name="Content Placeholder 7">
            <a:extLst>
              <a:ext uri="{FF2B5EF4-FFF2-40B4-BE49-F238E27FC236}">
                <a16:creationId xmlns:a16="http://schemas.microsoft.com/office/drawing/2014/main" xmlns="" id="{07755DB3-9272-8E5E-039F-AC14A2C07898}"/>
              </a:ext>
            </a:extLst>
          </p:cNvPr>
          <p:cNvSpPr>
            <a:spLocks noGrp="1"/>
          </p:cNvSpPr>
          <p:nvPr>
            <p:ph sz="quarter" idx="14"/>
          </p:nvPr>
        </p:nvSpPr>
        <p:spPr>
          <a:xfrm>
            <a:off x="533400" y="1713653"/>
            <a:ext cx="3290259" cy="46129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xmlns="" id="{96F64025-FA05-CC42-8294-F944BC95DD00}"/>
              </a:ext>
            </a:extLst>
          </p:cNvPr>
          <p:cNvSpPr>
            <a:spLocks noGrp="1" noChangeAspect="1"/>
          </p:cNvSpPr>
          <p:nvPr>
            <p:ph type="pic" sz="quarter" idx="13" hasCustomPrompt="1"/>
          </p:nvPr>
        </p:nvSpPr>
        <p:spPr>
          <a:xfrm>
            <a:off x="4244196" y="1713654"/>
            <a:ext cx="4899803" cy="5144347"/>
          </a:xfrm>
          <a:custGeom>
            <a:avLst/>
            <a:gdLst/>
            <a:ahLst/>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xmlns="" val="0"/>
                </a:ext>
              </a:extLst>
            </a:blip>
            <a:stretch>
              <a:fillRect/>
            </a:stretch>
          </a:blipFill>
        </p:spPr>
        <p:txBody>
          <a:bodyPr vert="horz" wrap="square" lIns="91440" tIns="45720" rIns="91440" bIns="45720" rtlCol="0" anchor="t">
            <a:noAutofit/>
          </a:bodyPr>
          <a:lstStyle>
            <a:lvl1pPr marL="0" indent="0">
              <a:buFont typeface="Arial" panose="020B0604020202020204" pitchFamily="34" charset="0"/>
              <a:buNone/>
              <a:defRPr lang="en-US" dirty="0"/>
            </a:lvl1pPr>
          </a:lstStyle>
          <a:p>
            <a:pPr marL="380990" lvl="0" indent="-380990"/>
            <a:endParaRPr/>
          </a:p>
        </p:txBody>
      </p:sp>
    </p:spTree>
    <p:extLst>
      <p:ext uri="{BB962C8B-B14F-4D97-AF65-F5344CB8AC3E}">
        <p14:creationId xmlns:p14="http://schemas.microsoft.com/office/powerpoint/2010/main" xmlns="" val="2645976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xmlns="" id="{B7BBF55A-D91F-143D-FBB6-73995F00EAC2}"/>
              </a:ext>
            </a:extLst>
          </p:cNvPr>
          <p:cNvSpPr>
            <a:spLocks noGrp="1"/>
          </p:cNvSpPr>
          <p:nvPr>
            <p:ph type="title"/>
          </p:nvPr>
        </p:nvSpPr>
        <p:spPr>
          <a:xfrm>
            <a:off x="1543050" y="4937761"/>
            <a:ext cx="5240653" cy="1353312"/>
          </a:xfrm>
        </p:spPr>
        <p:txBody>
          <a:bodyPr anchor="t">
            <a:normAutofit/>
          </a:bodyPr>
          <a:lstStyle>
            <a:lvl1pPr>
              <a:lnSpc>
                <a:spcPct val="110000"/>
              </a:lnSpc>
              <a:spcBef>
                <a:spcPts val="1333"/>
              </a:spcBef>
              <a:defRPr sz="3733"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9" name="Content Placeholder 8">
            <a:extLst>
              <a:ext uri="{FF2B5EF4-FFF2-40B4-BE49-F238E27FC236}">
                <a16:creationId xmlns:a16="http://schemas.microsoft.com/office/drawing/2014/main" xmlns="" id="{072A4B4E-0B2F-F1BB-322A-713D1FB5F2FE}"/>
              </a:ext>
            </a:extLst>
          </p:cNvPr>
          <p:cNvSpPr>
            <a:spLocks noGrp="1"/>
          </p:cNvSpPr>
          <p:nvPr>
            <p:ph sz="quarter" idx="13" hasCustomPrompt="1"/>
          </p:nvPr>
        </p:nvSpPr>
        <p:spPr>
          <a:xfrm>
            <a:off x="1543050" y="549022"/>
            <a:ext cx="7091363" cy="4333875"/>
          </a:xfrm>
        </p:spPr>
        <p:txBody>
          <a:bodyPr anchor="b">
            <a:normAutofit/>
          </a:bodyPr>
          <a:lstStyle>
            <a:lvl1pPr>
              <a:defRPr sz="30933">
                <a:latin typeface="+mj-lt"/>
              </a:defRPr>
            </a:lvl1pPr>
          </a:lstStyle>
          <a:p>
            <a:pPr lvl="0"/>
            <a:r>
              <a:rPr lang="en-US" dirty="0"/>
              <a:t>##%</a:t>
            </a:r>
          </a:p>
        </p:txBody>
      </p:sp>
      <p:sp>
        <p:nvSpPr>
          <p:cNvPr id="4" name="Date Placeholder 3">
            <a:extLst>
              <a:ext uri="{FF2B5EF4-FFF2-40B4-BE49-F238E27FC236}">
                <a16:creationId xmlns:a16="http://schemas.microsoft.com/office/drawing/2014/main" xmlns=""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xmlns="" id="{8546D47F-2AE5-2705-911C-52BBD6B7D8EA}"/>
              </a:ext>
            </a:extLst>
          </p:cNvPr>
          <p:cNvCxnSpPr>
            <a:cxnSpLocks/>
          </p:cNvCxnSpPr>
          <p:nvPr/>
        </p:nvCxnSpPr>
        <p:spPr>
          <a:xfrm flipV="1">
            <a:off x="10287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14445720"/>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21EB5-8556-FBD7-00D5-D69AC8E7E73A}"/>
              </a:ext>
            </a:extLst>
          </p:cNvPr>
          <p:cNvSpPr>
            <a:spLocks noGrp="1"/>
          </p:cNvSpPr>
          <p:nvPr>
            <p:ph type="title" hasCustomPrompt="1"/>
          </p:nvPr>
        </p:nvSpPr>
        <p:spPr>
          <a:xfrm>
            <a:off x="459486" y="-1228126"/>
            <a:ext cx="7989570" cy="1133856"/>
          </a:xfrm>
        </p:spPr>
        <p:txBody>
          <a:bodyPr/>
          <a:lstStyle>
            <a:lvl1pPr>
              <a:defRPr cap="none"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xmlns=""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7" name="Content Placeholder 6">
            <a:extLst>
              <a:ext uri="{FF2B5EF4-FFF2-40B4-BE49-F238E27FC236}">
                <a16:creationId xmlns:a16="http://schemas.microsoft.com/office/drawing/2014/main" xmlns="" id="{EAA4897F-B66E-DAD4-F56C-6152B417CC54}"/>
              </a:ext>
            </a:extLst>
          </p:cNvPr>
          <p:cNvSpPr>
            <a:spLocks noGrp="1"/>
          </p:cNvSpPr>
          <p:nvPr>
            <p:ph sz="quarter" idx="13" hasCustomPrompt="1"/>
          </p:nvPr>
        </p:nvSpPr>
        <p:spPr>
          <a:xfrm>
            <a:off x="1968104" y="2268749"/>
            <a:ext cx="5207793" cy="3954255"/>
          </a:xfrm>
        </p:spPr>
        <p:txBody>
          <a:bodyPr anchor="ctr" anchorCtr="0">
            <a:noAutofit/>
          </a:bodyPr>
          <a:lstStyle>
            <a:lvl1pPr marL="0" indent="0" algn="ctr">
              <a:lnSpc>
                <a:spcPct val="110000"/>
              </a:lnSpc>
              <a:buNone/>
              <a:defRPr sz="5867" b="0" cap="all" baseline="0">
                <a:solidFill>
                  <a:schemeClr val="tx1"/>
                </a:solidFill>
              </a:defRPr>
            </a:lvl1pPr>
            <a:lvl2pPr marL="304792" indent="0" algn="ctr">
              <a:lnSpc>
                <a:spcPct val="110000"/>
              </a:lnSpc>
              <a:buNone/>
              <a:defRPr sz="5867" b="0" cap="all" baseline="0">
                <a:solidFill>
                  <a:schemeClr val="tx1"/>
                </a:solidFill>
              </a:defRPr>
            </a:lvl2pPr>
            <a:lvl3pPr marL="609585" indent="0" algn="ctr">
              <a:lnSpc>
                <a:spcPct val="110000"/>
              </a:lnSpc>
              <a:buNone/>
              <a:defRPr sz="5867" b="0" cap="all" baseline="0">
                <a:solidFill>
                  <a:schemeClr val="tx1"/>
                </a:solidFill>
              </a:defRPr>
            </a:lvl3pPr>
            <a:lvl4pPr marL="914377" indent="0" algn="ctr">
              <a:lnSpc>
                <a:spcPct val="110000"/>
              </a:lnSpc>
              <a:buNone/>
              <a:defRPr sz="5867" b="0" cap="all" baseline="0">
                <a:solidFill>
                  <a:schemeClr val="tx1"/>
                </a:solidFill>
              </a:defRPr>
            </a:lvl4pPr>
            <a:lvl5pPr marL="1219170" indent="0" algn="ctr">
              <a:lnSpc>
                <a:spcPct val="110000"/>
              </a:lnSpc>
              <a:buNone/>
              <a:defRPr sz="5867"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xmlns=""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FigureOut">
              <a:rPr lang="en-US" dirty="0"/>
              <a:pPr/>
              <a:t>8/12/2026</a:t>
            </a:fld>
            <a:endParaRPr lang="en-US" dirty="0"/>
          </a:p>
        </p:txBody>
      </p:sp>
      <p:sp>
        <p:nvSpPr>
          <p:cNvPr id="5" name="Slide Number Placeholder 4">
            <a:extLst>
              <a:ext uri="{FF2B5EF4-FFF2-40B4-BE49-F238E27FC236}">
                <a16:creationId xmlns:a16="http://schemas.microsoft.com/office/drawing/2014/main" xmlns=""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
        <p:nvSpPr>
          <p:cNvPr id="6" name="Freeform: Shape 15">
            <a:extLst>
              <a:ext uri="{FF2B5EF4-FFF2-40B4-BE49-F238E27FC236}">
                <a16:creationId xmlns:a16="http://schemas.microsoft.com/office/drawing/2014/main" xmlns="" id="{8EFA7EFC-C6F9-B1D5-025F-824C1CE9A204}"/>
              </a:ext>
              <a:ext uri="{C183D7F6-B498-43B3-948B-1728B52AA6E4}">
                <adec:decorative xmlns:adec="http://schemas.microsoft.com/office/drawing/2017/decorative" xmlns="" val="1"/>
              </a:ext>
            </a:extLst>
          </p:cNvPr>
          <p:cNvSpPr/>
          <p:nvPr/>
        </p:nvSpPr>
        <p:spPr>
          <a:xfrm rot="16200000">
            <a:off x="1533205" y="-116541"/>
            <a:ext cx="6077590" cy="7883029"/>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555574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xmlns="" id="{16D87B9B-22A3-322E-B7E8-223255AD0957}"/>
              </a:ext>
            </a:extLst>
          </p:cNvPr>
          <p:cNvSpPr>
            <a:spLocks noGrp="1"/>
          </p:cNvSpPr>
          <p:nvPr>
            <p:ph type="title" hasCustomPrompt="1"/>
          </p:nvPr>
        </p:nvSpPr>
        <p:spPr>
          <a:xfrm>
            <a:off x="2205126" y="5669280"/>
            <a:ext cx="4733748" cy="466344"/>
          </a:xfrm>
        </p:spPr>
        <p:txBody>
          <a:bodyPr anchor="ctr">
            <a:normAutofit/>
          </a:bodyPr>
          <a:lstStyle>
            <a:lvl1pPr algn="ctr">
              <a:lnSpc>
                <a:spcPct val="110000"/>
              </a:lnSpc>
              <a:spcBef>
                <a:spcPts val="1333"/>
              </a:spcBef>
              <a:defRPr sz="24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xmlns=""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8">
            <a:extLst>
              <a:ext uri="{FF2B5EF4-FFF2-40B4-BE49-F238E27FC236}">
                <a16:creationId xmlns:a16="http://schemas.microsoft.com/office/drawing/2014/main" xmlns="" id="{6A9BC83F-8FE5-5223-2B3A-6E122D336309}"/>
              </a:ext>
            </a:extLst>
          </p:cNvPr>
          <p:cNvSpPr>
            <a:spLocks noGrp="1"/>
          </p:cNvSpPr>
          <p:nvPr>
            <p:ph sz="quarter" idx="13" hasCustomPrompt="1"/>
          </p:nvPr>
        </p:nvSpPr>
        <p:spPr>
          <a:xfrm>
            <a:off x="1947851" y="1744578"/>
            <a:ext cx="5248298" cy="3507906"/>
          </a:xfrm>
        </p:spPr>
        <p:txBody>
          <a:bodyPr anchor="b">
            <a:normAutofit/>
          </a:bodyPr>
          <a:lstStyle>
            <a:lvl1pPr algn="ctr">
              <a:lnSpc>
                <a:spcPct val="100000"/>
              </a:lnSpc>
              <a:spcBef>
                <a:spcPts val="0"/>
              </a:spcBef>
              <a:defRPr sz="8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xmlns="" id="{9F353A57-FA3C-A68C-4908-E774A52CB1B6}"/>
              </a:ext>
              <a:ext uri="{C183D7F6-B498-43B3-948B-1728B52AA6E4}">
                <adec:decorative xmlns:adec="http://schemas.microsoft.com/office/drawing/2017/decorative" xmlns="" val="1"/>
              </a:ext>
            </a:extLst>
          </p:cNvPr>
          <p:cNvSpPr/>
          <p:nvPr/>
        </p:nvSpPr>
        <p:spPr>
          <a:xfrm rot="16200000">
            <a:off x="1287380" y="-368135"/>
            <a:ext cx="6569242" cy="7883029"/>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a:extLst>
              <a:ext uri="{FF2B5EF4-FFF2-40B4-BE49-F238E27FC236}">
                <a16:creationId xmlns:a16="http://schemas.microsoft.com/office/drawing/2014/main" xmlns=""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3226429425"/>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xmlns=""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Content Placeholder 3">
            <a:extLst>
              <a:ext uri="{FF2B5EF4-FFF2-40B4-BE49-F238E27FC236}">
                <a16:creationId xmlns:a16="http://schemas.microsoft.com/office/drawing/2014/main" xmlns="" id="{2172FE6B-A4D8-8ED7-89D7-5E7F2C5B8F5F}"/>
              </a:ext>
            </a:extLst>
          </p:cNvPr>
          <p:cNvSpPr>
            <a:spLocks noGrp="1"/>
          </p:cNvSpPr>
          <p:nvPr>
            <p:ph sz="quarter" idx="15"/>
          </p:nvPr>
        </p:nvSpPr>
        <p:spPr>
          <a:xfrm>
            <a:off x="548878" y="2103439"/>
            <a:ext cx="38862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xmlns="" id="{686405AE-ED31-677D-86D8-01EAD583735E}"/>
              </a:ext>
            </a:extLst>
          </p:cNvPr>
          <p:cNvSpPr>
            <a:spLocks noGrp="1"/>
          </p:cNvSpPr>
          <p:nvPr>
            <p:ph sz="quarter" idx="16"/>
          </p:nvPr>
        </p:nvSpPr>
        <p:spPr>
          <a:xfrm>
            <a:off x="4713710" y="2103122"/>
            <a:ext cx="38862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FigureOut">
              <a:rPr lang="en-US" dirty="0"/>
              <a:pPr/>
              <a:t>8/12/2026</a:t>
            </a:fld>
            <a:endParaRPr lang="en-US" dirty="0"/>
          </a:p>
        </p:txBody>
      </p:sp>
      <p:sp>
        <p:nvSpPr>
          <p:cNvPr id="7" name="Slide Number Placeholder 6">
            <a:extLst>
              <a:ext uri="{FF2B5EF4-FFF2-40B4-BE49-F238E27FC236}">
                <a16:creationId xmlns:a16="http://schemas.microsoft.com/office/drawing/2014/main" xmlns=""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940001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485A6F3D-6630-C2E0-DC0A-6D2C0AACFF58}"/>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xmlns=""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xmlns="" id="{61CD26D4-290A-F0ED-7D62-41EDA6FEC2B9}"/>
              </a:ext>
            </a:extLst>
          </p:cNvPr>
          <p:cNvSpPr>
            <a:spLocks noGrp="1"/>
          </p:cNvSpPr>
          <p:nvPr>
            <p:ph type="body" idx="1"/>
          </p:nvPr>
        </p:nvSpPr>
        <p:spPr>
          <a:xfrm>
            <a:off x="548641" y="2103120"/>
            <a:ext cx="3868340" cy="559834"/>
          </a:xfrm>
        </p:spPr>
        <p:txBody>
          <a:bodyPr anchor="b">
            <a:normAutofit/>
          </a:bodyPr>
          <a:lstStyle>
            <a:lvl1pPr marL="0" indent="0">
              <a:lnSpc>
                <a:spcPct val="90000"/>
              </a:lnSpc>
              <a:buNone/>
              <a:defRPr sz="2667" b="0" cap="all" baseline="0">
                <a:solidFill>
                  <a:schemeClr val="tx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xmlns="" id="{9C38DBB1-A1FA-A460-88C8-B05F1570CA97}"/>
              </a:ext>
            </a:extLst>
          </p:cNvPr>
          <p:cNvSpPr>
            <a:spLocks noGrp="1"/>
          </p:cNvSpPr>
          <p:nvPr>
            <p:ph sz="quarter" idx="15"/>
          </p:nvPr>
        </p:nvSpPr>
        <p:spPr>
          <a:xfrm>
            <a:off x="548879" y="2743201"/>
            <a:ext cx="3867890"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06536620-C4F3-EEC3-DBF1-05196B1CBB55}"/>
              </a:ext>
            </a:extLst>
          </p:cNvPr>
          <p:cNvSpPr>
            <a:spLocks noGrp="1"/>
          </p:cNvSpPr>
          <p:nvPr>
            <p:ph type="body" sz="quarter" idx="3"/>
          </p:nvPr>
        </p:nvSpPr>
        <p:spPr>
          <a:xfrm>
            <a:off x="4732020" y="2103120"/>
            <a:ext cx="3887391" cy="559834"/>
          </a:xfrm>
        </p:spPr>
        <p:txBody>
          <a:bodyPr anchor="b">
            <a:normAutofit/>
          </a:bodyPr>
          <a:lstStyle>
            <a:lvl1pPr marL="0" indent="0">
              <a:lnSpc>
                <a:spcPct val="90000"/>
              </a:lnSpc>
              <a:buNone/>
              <a:defRPr sz="2667" b="0" cap="all" baseline="0">
                <a:solidFill>
                  <a:schemeClr val="tx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xmlns="" id="{82D763CC-A010-6A2B-FEF3-388EAC8417D7}"/>
              </a:ext>
            </a:extLst>
          </p:cNvPr>
          <p:cNvSpPr>
            <a:spLocks noGrp="1"/>
          </p:cNvSpPr>
          <p:nvPr>
            <p:ph sz="quarter" idx="16"/>
          </p:nvPr>
        </p:nvSpPr>
        <p:spPr>
          <a:xfrm>
            <a:off x="4732021" y="2743201"/>
            <a:ext cx="3887391"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FigureOut">
              <a:rPr lang="en-US" dirty="0"/>
              <a:pPr/>
              <a:t>8/12/2026</a:t>
            </a:fld>
            <a:endParaRPr lang="en-US" dirty="0"/>
          </a:p>
        </p:txBody>
      </p:sp>
      <p:sp>
        <p:nvSpPr>
          <p:cNvPr id="9" name="Slide Number Placeholder 8">
            <a:extLst>
              <a:ext uri="{FF2B5EF4-FFF2-40B4-BE49-F238E27FC236}">
                <a16:creationId xmlns:a16="http://schemas.microsoft.com/office/drawing/2014/main" xmlns=""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173449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xmlns="" id="{A0796BC8-E1B7-E6D6-E86F-4A5CAECDFEFC}"/>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xmlns=""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Date Placeholder 2">
            <a:extLst>
              <a:ext uri="{FF2B5EF4-FFF2-40B4-BE49-F238E27FC236}">
                <a16:creationId xmlns:a16="http://schemas.microsoft.com/office/drawing/2014/main" xmlns=""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FigureOut">
              <a:rPr lang="en-US" dirty="0"/>
              <a:pPr/>
              <a:t>8/12/2026</a:t>
            </a:fld>
            <a:endParaRPr lang="en-US" dirty="0"/>
          </a:p>
        </p:txBody>
      </p:sp>
      <p:sp>
        <p:nvSpPr>
          <p:cNvPr id="5" name="Slide Number Placeholder 4">
            <a:extLst>
              <a:ext uri="{FF2B5EF4-FFF2-40B4-BE49-F238E27FC236}">
                <a16:creationId xmlns:a16="http://schemas.microsoft.com/office/drawing/2014/main" xmlns=""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155776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Date Placeholder 1">
            <a:extLst>
              <a:ext uri="{FF2B5EF4-FFF2-40B4-BE49-F238E27FC236}">
                <a16:creationId xmlns:a16="http://schemas.microsoft.com/office/drawing/2014/main" xmlns=""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FigureOut">
              <a:rPr lang="en-US" dirty="0"/>
              <a:pPr/>
              <a:t>8/12/2026</a:t>
            </a:fld>
            <a:endParaRPr lang="en-US" dirty="0"/>
          </a:p>
        </p:txBody>
      </p:sp>
      <p:sp>
        <p:nvSpPr>
          <p:cNvPr id="4" name="Slide Number Placeholder 3">
            <a:extLst>
              <a:ext uri="{FF2B5EF4-FFF2-40B4-BE49-F238E27FC236}">
                <a16:creationId xmlns:a16="http://schemas.microsoft.com/office/drawing/2014/main" xmlns=""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3428142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630937" y="457200"/>
            <a:ext cx="5506730" cy="1133856"/>
          </a:xfrm>
          <a:noFill/>
        </p:spPr>
        <p:txBody>
          <a:bodyPr anchor="b">
            <a:noAutofit/>
          </a:bodyPr>
          <a:lstStyle>
            <a:lvl1pPr>
              <a:defRPr sz="8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xmlns=""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xmlns="" id="{C7E1FCC9-2D1D-9C6B-8C9A-E3D0A77DBEF0}"/>
              </a:ext>
            </a:extLst>
          </p:cNvPr>
          <p:cNvSpPr>
            <a:spLocks noGrp="1"/>
          </p:cNvSpPr>
          <p:nvPr>
            <p:ph sz="quarter" idx="13"/>
          </p:nvPr>
        </p:nvSpPr>
        <p:spPr>
          <a:xfrm>
            <a:off x="630936" y="2624328"/>
            <a:ext cx="7818120" cy="3200400"/>
          </a:xfrm>
          <a:noFill/>
        </p:spPr>
        <p:txBody>
          <a:bodyPr/>
          <a:lstStyle>
            <a:lvl1pPr marL="0" indent="0">
              <a:buNone/>
              <a:defRPr>
                <a:solidFill>
                  <a:schemeClr val="tx1"/>
                </a:solidFill>
              </a:defRPr>
            </a:lvl1pPr>
            <a:lvl2pPr marL="304792" indent="0">
              <a:buNone/>
              <a:defRPr>
                <a:solidFill>
                  <a:schemeClr val="tx1"/>
                </a:solidFill>
              </a:defRPr>
            </a:lvl2pPr>
            <a:lvl3pPr marL="609585" indent="0">
              <a:buNone/>
              <a:defRPr>
                <a:solidFill>
                  <a:schemeClr val="tx1"/>
                </a:solidFill>
              </a:defRPr>
            </a:lvl3pPr>
            <a:lvl4pPr marL="914377" indent="0">
              <a:buNone/>
              <a:defRPr>
                <a:solidFill>
                  <a:schemeClr val="tx1"/>
                </a:solidFill>
              </a:defRPr>
            </a:lvl4pPr>
            <a:lvl5pPr marL="121917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14762345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xmlns="" id="{CE8CC034-C652-239B-0064-9B0543AC25C5}"/>
              </a:ext>
            </a:extLst>
          </p:cNvPr>
          <p:cNvSpPr>
            <a:spLocks noGrp="1"/>
          </p:cNvSpPr>
          <p:nvPr>
            <p:ph type="title"/>
          </p:nvPr>
        </p:nvSpPr>
        <p:spPr>
          <a:xfrm>
            <a:off x="548640" y="365760"/>
            <a:ext cx="8055864"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xmlns=""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Content Placeholder 7">
            <a:extLst>
              <a:ext uri="{FF2B5EF4-FFF2-40B4-BE49-F238E27FC236}">
                <a16:creationId xmlns:a16="http://schemas.microsoft.com/office/drawing/2014/main" xmlns="" id="{D051F68D-E2E5-C625-0273-281CE6D4939F}"/>
              </a:ext>
            </a:extLst>
          </p:cNvPr>
          <p:cNvSpPr>
            <a:spLocks noGrp="1"/>
          </p:cNvSpPr>
          <p:nvPr>
            <p:ph sz="quarter" idx="13"/>
          </p:nvPr>
        </p:nvSpPr>
        <p:spPr>
          <a:xfrm>
            <a:off x="548640" y="2301837"/>
            <a:ext cx="8055863" cy="3921165"/>
          </a:xfrm>
          <a:noFill/>
        </p:spPr>
        <p:txBody>
          <a:bodyPr/>
          <a:lstStyle>
            <a:lvl1pPr marL="0" indent="0">
              <a:buNone/>
              <a:defRPr>
                <a:solidFill>
                  <a:schemeClr val="tx1"/>
                </a:solidFill>
              </a:defRPr>
            </a:lvl1pPr>
            <a:lvl2pPr marL="304792" indent="0">
              <a:buNone/>
              <a:defRPr>
                <a:solidFill>
                  <a:schemeClr val="tx1"/>
                </a:solidFill>
              </a:defRPr>
            </a:lvl2pPr>
            <a:lvl3pPr marL="609585" indent="0">
              <a:buNone/>
              <a:defRPr>
                <a:solidFill>
                  <a:schemeClr val="tx1"/>
                </a:solidFill>
              </a:defRPr>
            </a:lvl3pPr>
            <a:lvl4pPr marL="914377" indent="0">
              <a:buNone/>
              <a:defRPr>
                <a:solidFill>
                  <a:schemeClr val="tx1"/>
                </a:solidFill>
              </a:defRPr>
            </a:lvl4pPr>
            <a:lvl5pPr marL="121917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xmlns="" val="1142779727"/>
      </p:ext>
    </p:extLst>
  </p:cSld>
  <p:clrMapOvr>
    <a:masterClrMapping/>
  </p:clrMapOvr>
  <p:extLst>
    <p:ext uri="{DCECCB84-F9BA-43D5-87BE-67443E8EF086}">
      <p15:sldGuideLst xmlns:p15="http://schemas.microsoft.com/office/powerpoint/2012/main" xmlns="">
        <p15:guide id="5" orient="horz" pos="2160" userDrawn="1">
          <p15:clr>
            <a:srgbClr val="FBAE40"/>
          </p15:clr>
        </p15:guide>
        <p15:guide id="6" pos="288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616110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D476A66-BE83-43F9-A28B-02DF7879AD52}"/>
              </a:ext>
            </a:extLst>
          </p:cNvPr>
          <p:cNvSpPr>
            <a:spLocks noGrp="1"/>
          </p:cNvSpPr>
          <p:nvPr>
            <p:ph type="title"/>
          </p:nvPr>
        </p:nvSpPr>
        <p:spPr>
          <a:xfrm>
            <a:off x="628650" y="584991"/>
            <a:ext cx="78867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xmlns="" id="{0DACB382-EE11-430D-941A-DB76EEB7F2D5}"/>
              </a:ext>
            </a:extLst>
          </p:cNvPr>
          <p:cNvSpPr>
            <a:spLocks noGrp="1"/>
          </p:cNvSpPr>
          <p:nvPr>
            <p:ph type="ftr" sz="quarter" idx="3"/>
          </p:nvPr>
        </p:nvSpPr>
        <p:spPr>
          <a:xfrm rot="16200000" flipH="1">
            <a:off x="-1220061" y="1638598"/>
            <a:ext cx="2973522" cy="273844"/>
          </a:xfrm>
          <a:prstGeom prst="rect">
            <a:avLst/>
          </a:prstGeom>
        </p:spPr>
        <p:txBody>
          <a:bodyPr vert="horz" lIns="91440" tIns="45720" rIns="91440" bIns="45720" rtlCol="0" anchor="ctr"/>
          <a:lstStyle>
            <a:lvl1pPr algn="r" rtl="0">
              <a:defRPr sz="1333">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xmlns="" id="{19D76E94-F276-4F0F-8DD9-B1F8A3198AE1}"/>
              </a:ext>
            </a:extLst>
          </p:cNvPr>
          <p:cNvSpPr>
            <a:spLocks noGrp="1"/>
          </p:cNvSpPr>
          <p:nvPr>
            <p:ph type="body" idx="1"/>
          </p:nvPr>
        </p:nvSpPr>
        <p:spPr>
          <a:xfrm>
            <a:off x="628650" y="2061470"/>
            <a:ext cx="78867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14AD964E-3A2E-4DB9-B96A-EDE144A47BDC}"/>
              </a:ext>
            </a:extLst>
          </p:cNvPr>
          <p:cNvSpPr>
            <a:spLocks noGrp="1"/>
          </p:cNvSpPr>
          <p:nvPr>
            <p:ph type="dt" sz="half" idx="2"/>
          </p:nvPr>
        </p:nvSpPr>
        <p:spPr>
          <a:xfrm rot="5400000">
            <a:off x="7481150" y="4732736"/>
            <a:ext cx="2706690" cy="273844"/>
          </a:xfrm>
          <a:prstGeom prst="rect">
            <a:avLst/>
          </a:prstGeom>
        </p:spPr>
        <p:txBody>
          <a:bodyPr vert="horz" lIns="91440" tIns="45720" rIns="91440" bIns="45720" rtlCol="0" anchor="ctr"/>
          <a:lstStyle>
            <a:lvl1pPr algn="r" rtl="0">
              <a:defRPr sz="1333">
                <a:solidFill>
                  <a:schemeClr val="tx1"/>
                </a:solidFill>
              </a:defRPr>
            </a:lvl1pPr>
          </a:lstStyle>
          <a:p>
            <a:fld id="{7FA43F5B-065E-43CE-B3FD-98C48A6F94D7}" type="datetimeFigureOut">
              <a:rPr lang="en-US" dirty="0"/>
              <a:pPr/>
              <a:t>8/12/2026</a:t>
            </a:fld>
            <a:endParaRPr lang="en-US" dirty="0"/>
          </a:p>
        </p:txBody>
      </p:sp>
      <p:sp>
        <p:nvSpPr>
          <p:cNvPr id="6" name="Slide Number Placeholder 5">
            <a:extLst>
              <a:ext uri="{FF2B5EF4-FFF2-40B4-BE49-F238E27FC236}">
                <a16:creationId xmlns:a16="http://schemas.microsoft.com/office/drawing/2014/main" xmlns="" id="{A3C562FE-ACD1-43F2-A3DE-5B11E10B7EA5}"/>
              </a:ext>
            </a:extLst>
          </p:cNvPr>
          <p:cNvSpPr>
            <a:spLocks noGrp="1"/>
          </p:cNvSpPr>
          <p:nvPr>
            <p:ph type="sldNum" sz="quarter" idx="4"/>
          </p:nvPr>
        </p:nvSpPr>
        <p:spPr>
          <a:xfrm>
            <a:off x="8634222" y="6356351"/>
            <a:ext cx="430965" cy="365125"/>
          </a:xfrm>
          <a:prstGeom prst="rect">
            <a:avLst/>
          </a:prstGeom>
        </p:spPr>
        <p:txBody>
          <a:bodyPr vert="horz" lIns="91440" tIns="45720" rIns="91440" bIns="45720" rtlCol="0" anchor="ctr"/>
          <a:lstStyle>
            <a:lvl1pPr algn="ctr" rtl="0">
              <a:defRPr sz="1333">
                <a:solidFill>
                  <a:schemeClr val="tx1"/>
                </a:solidFill>
              </a:defRPr>
            </a:lvl1pPr>
          </a:lstStyle>
          <a:p>
            <a:fld id="{2DE90F28-AFBB-4AB2-AA79-6D3F72ED131B}" type="slidenum">
              <a:rPr lang="en-US" dirty="0"/>
              <a:pPr/>
              <a:t>‹#›</a:t>
            </a:fld>
            <a:endParaRPr lang="en-US" dirty="0"/>
          </a:p>
        </p:txBody>
      </p:sp>
      <p:cxnSp>
        <p:nvCxnSpPr>
          <p:cNvPr id="13" name="Straight Connector 12">
            <a:extLst>
              <a:ext uri="{FF2B5EF4-FFF2-40B4-BE49-F238E27FC236}">
                <a16:creationId xmlns:a16="http://schemas.microsoft.com/office/drawing/2014/main" xmlns="" id="{1EB34A3B-1FD5-48FF-9982-1E64C864C01D}"/>
              </a:ext>
            </a:extLst>
          </p:cNvPr>
          <p:cNvCxnSpPr>
            <a:cxnSpLocks/>
          </p:cNvCxnSpPr>
          <p:nvPr/>
        </p:nvCxnSpPr>
        <p:spPr>
          <a:xfrm flipH="1">
            <a:off x="3" y="1824111"/>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30061875"/>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528" userDrawn="1">
          <p15:clr>
            <a:srgbClr val="F26B43"/>
          </p15:clr>
        </p15:guide>
        <p15:guide id="2" pos="396" userDrawn="1">
          <p15:clr>
            <a:srgbClr val="F26B43"/>
          </p15:clr>
        </p15:guide>
        <p15:guide id="3" orient="horz" pos="3792" userDrawn="1">
          <p15:clr>
            <a:srgbClr val="F26B43"/>
          </p15:clr>
        </p15:guide>
        <p15:guide id="4" pos="53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 name="Content Placeholder 9" descr="The technology that is driving the future of smart mobility - Smart Cities  World">
            <a:extLst>
              <a:ext uri="{FF2B5EF4-FFF2-40B4-BE49-F238E27FC236}">
                <a16:creationId xmlns:a16="http://schemas.microsoft.com/office/drawing/2014/main" xmlns="" id="{2B0F19F2-DAAE-8DDB-8614-10660BBB9451}"/>
              </a:ext>
            </a:extLst>
          </p:cNvPr>
          <p:cNvPicPr>
            <a:picLocks noGrp="1" noChangeAspect="1"/>
          </p:cNvPicPr>
          <p:nvPr>
            <p:ph idx="1"/>
          </p:nvPr>
        </p:nvPicPr>
        <p:blipFill>
          <a:blip r:embed="rId2"/>
          <a:stretch>
            <a:fillRect/>
          </a:stretch>
        </p:blipFill>
        <p:spPr>
          <a:xfrm>
            <a:off x="5032" y="6201"/>
            <a:ext cx="9133935" cy="6846497"/>
          </a:xfrm>
          <a:prstGeom prst="rect">
            <a:avLst/>
          </a:prstGeom>
        </p:spPr>
      </p:pic>
      <p:sp>
        <p:nvSpPr>
          <p:cNvPr id="11" name="TextBox 10">
            <a:extLst>
              <a:ext uri="{FF2B5EF4-FFF2-40B4-BE49-F238E27FC236}">
                <a16:creationId xmlns:a16="http://schemas.microsoft.com/office/drawing/2014/main" xmlns="" id="{BB8E8E66-3F1A-363C-19B5-70C84CEABAD8}"/>
              </a:ext>
            </a:extLst>
          </p:cNvPr>
          <p:cNvSpPr txBox="1"/>
          <p:nvPr/>
        </p:nvSpPr>
        <p:spPr>
          <a:xfrm>
            <a:off x="402565" y="2264433"/>
            <a:ext cx="751935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a:solidFill>
                  <a:srgbClr val="000000"/>
                </a:solidFill>
                <a:latin typeface="Goudy Old Style"/>
                <a:ea typeface="Segoe UI"/>
                <a:cs typeface="Segoe UI"/>
              </a:rPr>
              <a:t>IntelligentUrbanMobilityAnalyticsUsing</a:t>
            </a:r>
            <a:r>
              <a:rPr lang="en-US" sz="5400" b="1" i="0" u="none" strike="noStrike" baseline="0" dirty="0">
                <a:solidFill>
                  <a:srgbClr val="000000"/>
                </a:solidFill>
                <a:latin typeface="Goudy Old Style"/>
                <a:ea typeface="Segoe UI"/>
                <a:cs typeface="Segoe UI"/>
              </a:rPr>
              <a:t> </a:t>
            </a:r>
            <a:r>
              <a:rPr lang="en-US" sz="5400" b="1">
                <a:solidFill>
                  <a:srgbClr val="000000"/>
                </a:solidFill>
                <a:latin typeface="Goudy Old Style"/>
                <a:ea typeface="Segoe UI"/>
                <a:cs typeface="Segoe UI"/>
              </a:rPr>
              <a:t>GPS and</a:t>
            </a:r>
            <a:r>
              <a:rPr lang="en-US" sz="5400" b="1" i="0" u="none" strike="noStrike" baseline="0" dirty="0">
                <a:solidFill>
                  <a:srgbClr val="000000"/>
                </a:solidFill>
                <a:latin typeface="Goudy Old Style"/>
                <a:ea typeface="Segoe UI"/>
                <a:cs typeface="Segoe UI"/>
              </a:rPr>
              <a:t> </a:t>
            </a:r>
            <a:r>
              <a:rPr lang="en-US" sz="5400" b="1" i="0" u="none" strike="noStrike" baseline="0">
                <a:solidFill>
                  <a:srgbClr val="000000"/>
                </a:solidFill>
                <a:latin typeface="Goudy Old Style"/>
                <a:ea typeface="Segoe UI"/>
                <a:cs typeface="Segoe UI"/>
              </a:rPr>
              <a:t>TrafficData</a:t>
            </a:r>
            <a:r>
              <a:rPr sz="5400" b="0" i="0" dirty="0">
                <a:solidFill>
                  <a:srgbClr val="000000"/>
                </a:solidFill>
                <a:latin typeface="Goudy Old Style"/>
                <a:ea typeface="Goudy Old Style"/>
                <a:cs typeface="Goudy Old Style"/>
              </a:rPr>
              <a:t>​</a:t>
            </a:r>
            <a:endParaRPr lang="en-US" sz="5400" dirty="0"/>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a:p>
        </p:txBody>
      </p:sp>
      <p:sp>
        <p:nvSpPr>
          <p:cNvPr id="6" name="Content Placeholder 5">
            <a:extLst>
              <a:ext uri="{FF2B5EF4-FFF2-40B4-BE49-F238E27FC236}">
                <a16:creationId xmlns:a16="http://schemas.microsoft.com/office/drawing/2014/main" xmlns="" id="{D4B58C8E-26E5-1DFE-BC43-FEA0260F7C94}"/>
              </a:ext>
            </a:extLst>
          </p:cNvPr>
          <p:cNvSpPr>
            <a:spLocks noGrp="1"/>
          </p:cNvSpPr>
          <p:nvPr>
            <p:ph idx="1"/>
          </p:nvPr>
        </p:nvSpPr>
        <p:spPr>
          <a:xfrm>
            <a:off x="628650" y="1871004"/>
            <a:ext cx="7886700" cy="4305268"/>
          </a:xfrm>
        </p:spPr>
        <p:txBody>
          <a:bodyPr vert="horz" lIns="91440" tIns="45720" rIns="91440" bIns="45720" rtlCol="0" anchor="t">
            <a:noAutofit/>
          </a:bodyPr>
          <a:lstStyle/>
          <a:p>
            <a:r>
              <a:rPr lang="en-US" sz="2000" b="1" dirty="0" smtClean="0"/>
              <a:t>Intelligent Urban Mobility Analytics Using GPS and Traffic Data</a:t>
            </a:r>
            <a:r>
              <a:rPr lang="en-US" sz="2000" dirty="0" smtClean="0"/>
              <a:t> is an AI-based system designed to analyze and improve transportation in urban areas. The system collects real-time and historical data from GPS devices, vehicles, and traffic sources to understand traffic patterns, vehicle movement, congestion levels, and travel times. Artificial Intelligence techniques are used to process this data and identify congested routes, predict traffic conditions, and suggest efficient travel paths.</a:t>
            </a:r>
            <a:br>
              <a:rPr lang="en-US" sz="2000" dirty="0" smtClean="0"/>
            </a:br>
            <a:r>
              <a:rPr lang="en-US" sz="2000" dirty="0" smtClean="0"/>
              <a:t>It can predict possible traffic congestion and help users and traffic authorities make better decisions regarding route planning and traffic management. </a:t>
            </a:r>
            <a:br>
              <a:rPr lang="en-US" sz="2000" dirty="0" smtClean="0"/>
            </a:br>
            <a:r>
              <a:rPr lang="en-US" sz="2000" dirty="0" smtClean="0"/>
              <a:t>This aims to reduce traffic congestion, travel time, and  improving road utilization and urban mobility. The integration of GPS data, traffic analytics, AI-based prediction, and automated decision-making makes the system useful for smart-city transportation management.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a:xfrm>
            <a:off x="226084" y="2061470"/>
            <a:ext cx="8792473" cy="4114801"/>
          </a:xfrm>
        </p:spPr>
        <p:txBody>
          <a:bodyPr vert="horz" lIns="91440" tIns="45720" rIns="91440" bIns="45720" rtlCol="0" anchor="t">
            <a:normAutofit/>
          </a:bodyPr>
          <a:lstStyle/>
          <a:p>
            <a:pPr>
              <a:defRPr sz="2200"/>
            </a:pPr>
            <a:r>
              <a:rPr lang="en-US">
                <a:ea typeface="+mn-lt"/>
                <a:cs typeface="+mn-lt"/>
              </a:rPr>
              <a:t>Rapid urbanization and the growing number of vehicles have led to traffic congestion, road accidents, and longer travel times, affecting road safety and transportation efficiency. Existing systems often analyze GPS, weather, and accident data separately, limiting comprehensive mobility analysis.</a:t>
            </a:r>
            <a:endParaRPr lang="en-US"/>
          </a:p>
          <a:p>
            <a:pPr>
              <a:defRPr sz="2200"/>
            </a:pPr>
            <a:r>
              <a:rPr lang="en-US">
                <a:ea typeface="+mn-lt"/>
                <a:cs typeface="+mn-lt"/>
              </a:rPr>
              <a:t>This project develops an </a:t>
            </a:r>
            <a:r>
              <a:rPr lang="en-US" b="1">
                <a:ea typeface="+mn-lt"/>
                <a:cs typeface="+mn-lt"/>
              </a:rPr>
              <a:t>Intelligent Urban Mobility Analytics</a:t>
            </a:r>
            <a:r>
              <a:rPr lang="en-US" dirty="0">
                <a:ea typeface="+mn-lt"/>
                <a:cs typeface="+mn-lt"/>
              </a:rPr>
              <a:t> </a:t>
            </a:r>
            <a:r>
              <a:rPr lang="en-US">
                <a:ea typeface="+mn-lt"/>
                <a:cs typeface="+mn-lt"/>
              </a:rPr>
              <a:t>platform that integrates </a:t>
            </a:r>
            <a:r>
              <a:rPr lang="en-US" b="1">
                <a:ea typeface="+mn-lt"/>
                <a:cs typeface="+mn-lt"/>
              </a:rPr>
              <a:t>GPS trajectory, weather, and road accident data</a:t>
            </a:r>
            <a:r>
              <a:rPr lang="en-US">
                <a:ea typeface="+mn-lt"/>
                <a:cs typeface="+mn-lt"/>
              </a:rPr>
              <a:t> to analyze mobility patterns, predict accident risks, and provide actionable insights through an interactive dashboard for smarter transportation planning.</a:t>
            </a:r>
            <a:endParaRPr lang="en-US"/>
          </a:p>
          <a:p>
            <a:pPr>
              <a:defRPr sz="2200"/>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a:xfrm>
            <a:off x="254839" y="2061470"/>
            <a:ext cx="8677454" cy="4589253"/>
          </a:xfrm>
        </p:spPr>
        <p:txBody>
          <a:bodyPr vert="horz" lIns="91440" tIns="45720" rIns="91440" bIns="45720" rtlCol="0" anchor="t">
            <a:normAutofit fontScale="92500"/>
          </a:bodyPr>
          <a:lstStyle/>
          <a:p>
            <a:pPr marL="285750" indent="-285750">
              <a:buFont typeface="Arial"/>
              <a:buChar char="•"/>
              <a:defRPr sz="2200"/>
            </a:pPr>
            <a:r>
              <a:rPr lang="en-US">
                <a:ea typeface="+mn-lt"/>
                <a:cs typeface="+mn-lt"/>
              </a:rPr>
              <a:t>To analyze urban mobility patterns using GPS trajectory data.</a:t>
            </a:r>
            <a:endParaRPr lang="en-US"/>
          </a:p>
          <a:p>
            <a:pPr marL="285750" indent="-285750">
              <a:buFont typeface="Arial"/>
              <a:buChar char="•"/>
              <a:defRPr sz="2200"/>
            </a:pPr>
            <a:r>
              <a:rPr lang="en-US">
                <a:ea typeface="+mn-lt"/>
                <a:cs typeface="+mn-lt"/>
              </a:rPr>
              <a:t>To study the impact of weather conditions on transportation and travel behavior.</a:t>
            </a:r>
            <a:endParaRPr lang="en-US"/>
          </a:p>
          <a:p>
            <a:pPr marL="285750" indent="-285750">
              <a:buFont typeface="Arial"/>
              <a:buChar char="•"/>
              <a:defRPr sz="2200"/>
            </a:pPr>
            <a:r>
              <a:rPr lang="en-US">
                <a:ea typeface="+mn-lt"/>
                <a:cs typeface="+mn-lt"/>
              </a:rPr>
              <a:t>To identify accident-prone conditions through road accident data analysis.</a:t>
            </a:r>
            <a:endParaRPr lang="en-US"/>
          </a:p>
          <a:p>
            <a:pPr marL="285750" indent="-285750">
              <a:buFont typeface="Arial"/>
              <a:buChar char="•"/>
              <a:defRPr sz="2200"/>
            </a:pPr>
            <a:r>
              <a:rPr lang="en-US">
                <a:ea typeface="+mn-lt"/>
                <a:cs typeface="+mn-lt"/>
              </a:rPr>
              <a:t>To perform data cleaning, integration, and exploratory data analysis (EDA) for meaningful insights.</a:t>
            </a:r>
            <a:endParaRPr lang="en-US"/>
          </a:p>
          <a:p>
            <a:pPr marL="285750" indent="-285750">
              <a:buFont typeface="Arial"/>
              <a:buChar char="•"/>
              <a:defRPr sz="2200"/>
            </a:pPr>
            <a:r>
              <a:rPr lang="en-US">
                <a:ea typeface="+mn-lt"/>
                <a:cs typeface="+mn-lt"/>
              </a:rPr>
              <a:t>To develop machine learning models for accident risk prediction and mobility analysis.</a:t>
            </a:r>
            <a:endParaRPr lang="en-US"/>
          </a:p>
          <a:p>
            <a:pPr marL="285750" indent="-285750">
              <a:buFont typeface="Arial"/>
              <a:buChar char="•"/>
              <a:defRPr sz="2200"/>
            </a:pPr>
            <a:r>
              <a:rPr lang="en-US">
                <a:ea typeface="+mn-lt"/>
                <a:cs typeface="+mn-lt"/>
              </a:rPr>
              <a:t>To visualize mobility trends using interactive maps, charts, and dashboards.</a:t>
            </a:r>
            <a:endParaRPr lang="en-US"/>
          </a:p>
          <a:p>
            <a:pPr marL="285750" indent="-285750">
              <a:buFont typeface="Arial"/>
              <a:buChar char="•"/>
              <a:defRPr sz="2200"/>
            </a:pPr>
            <a:r>
              <a:rPr lang="en-US">
                <a:ea typeface="+mn-lt"/>
                <a:cs typeface="+mn-lt"/>
              </a:rPr>
              <a:t>To generate data-driven insights that support smarter transportation planning and smart city initiatives.</a:t>
            </a:r>
            <a:endParaRPr lang="en-US"/>
          </a:p>
          <a:p>
            <a:pPr>
              <a:defRPr sz="2200"/>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BF196E-8095-B0F4-EAE9-6446CC41918D}"/>
              </a:ext>
            </a:extLst>
          </p:cNvPr>
          <p:cNvSpPr>
            <a:spLocks noGrp="1"/>
          </p:cNvSpPr>
          <p:nvPr>
            <p:ph type="title"/>
          </p:nvPr>
        </p:nvSpPr>
        <p:spPr/>
        <p:txBody>
          <a:bodyPr>
            <a:normAutofit fontScale="90000"/>
          </a:bodyPr>
          <a:lstStyle/>
          <a:p>
            <a:r>
              <a:rPr lang="en-US">
                <a:ea typeface="+mj-lt"/>
                <a:cs typeface="+mj-lt"/>
              </a:rPr>
              <a:t>Research Gap Identification</a:t>
            </a:r>
            <a:endParaRPr lang="en-US"/>
          </a:p>
        </p:txBody>
      </p:sp>
      <p:sp>
        <p:nvSpPr>
          <p:cNvPr id="3" name="Content Placeholder 2">
            <a:extLst>
              <a:ext uri="{FF2B5EF4-FFF2-40B4-BE49-F238E27FC236}">
                <a16:creationId xmlns:a16="http://schemas.microsoft.com/office/drawing/2014/main" xmlns="" id="{139CCF38-BCB4-791B-E5DD-8C29D697D54E}"/>
              </a:ext>
            </a:extLst>
          </p:cNvPr>
          <p:cNvSpPr>
            <a:spLocks noGrp="1"/>
          </p:cNvSpPr>
          <p:nvPr>
            <p:ph idx="1"/>
          </p:nvPr>
        </p:nvSpPr>
        <p:spPr>
          <a:xfrm>
            <a:off x="269217" y="2061470"/>
            <a:ext cx="8375529" cy="4474234"/>
          </a:xfrm>
        </p:spPr>
        <p:txBody>
          <a:bodyPr vert="horz" lIns="91440" tIns="45720" rIns="91440" bIns="45720" rtlCol="0" anchor="t">
            <a:normAutofit/>
          </a:bodyPr>
          <a:lstStyle/>
          <a:p>
            <a:pPr>
              <a:buFont typeface="Arial"/>
              <a:buChar char="•"/>
            </a:pPr>
            <a:r>
              <a:rPr lang="en-US" sz="2000" b="1">
                <a:ea typeface="+mn-lt"/>
                <a:cs typeface="+mn-lt"/>
              </a:rPr>
              <a:t>Limited Data Integration:</a:t>
            </a:r>
            <a:r>
              <a:rPr lang="en-US" sz="2000">
                <a:ea typeface="+mn-lt"/>
                <a:cs typeface="+mn-lt"/>
              </a:rPr>
              <a:t> GPS, weather, traffic, and accident data are often studied separately. </a:t>
            </a:r>
            <a:endParaRPr lang="en-US" sz="2000" dirty="0">
              <a:ea typeface="+mn-lt"/>
              <a:cs typeface="+mn-lt"/>
            </a:endParaRPr>
          </a:p>
          <a:p>
            <a:pPr>
              <a:buFont typeface="Arial"/>
              <a:buChar char="•"/>
            </a:pPr>
            <a:r>
              <a:rPr lang="en-US" sz="2000" b="1">
                <a:ea typeface="+mn-lt"/>
                <a:cs typeface="+mn-lt"/>
              </a:rPr>
              <a:t>Limited Combined Insights:</a:t>
            </a:r>
            <a:r>
              <a:rPr lang="en-US" sz="2000">
                <a:ea typeface="+mn-lt"/>
                <a:cs typeface="+mn-lt"/>
              </a:rPr>
              <a:t> Their relationships are not sufficiently analyzed together. </a:t>
            </a:r>
            <a:endParaRPr lang="en-US" sz="2000" dirty="0">
              <a:ea typeface="+mn-lt"/>
              <a:cs typeface="+mn-lt"/>
            </a:endParaRPr>
          </a:p>
          <a:p>
            <a:pPr>
              <a:buFont typeface="Arial"/>
              <a:buChar char="•"/>
            </a:pPr>
            <a:r>
              <a:rPr lang="en-US" sz="2000" b="1">
                <a:ea typeface="+mn-lt"/>
                <a:cs typeface="+mn-lt"/>
              </a:rPr>
              <a:t>Limited Explainability:</a:t>
            </a:r>
            <a:r>
              <a:rPr lang="en-US" sz="2000" dirty="0">
                <a:ea typeface="+mn-lt"/>
                <a:cs typeface="+mn-lt"/>
              </a:rPr>
              <a:t> </a:t>
            </a:r>
            <a:r>
              <a:rPr lang="en-US" sz="2000" b="1">
                <a:ea typeface="+mn-lt"/>
                <a:cs typeface="+mn-lt"/>
              </a:rPr>
              <a:t>SHAP and LIME</a:t>
            </a:r>
            <a:r>
              <a:rPr lang="en-US" sz="2000">
                <a:ea typeface="+mn-lt"/>
                <a:cs typeface="+mn-lt"/>
              </a:rPr>
              <a:t> are not widely integrated into mobility prediction systems. </a:t>
            </a:r>
            <a:endParaRPr lang="en-US" sz="2000" dirty="0">
              <a:ea typeface="+mn-lt"/>
              <a:cs typeface="+mn-lt"/>
            </a:endParaRPr>
          </a:p>
          <a:p>
            <a:pPr>
              <a:buFont typeface="Arial"/>
              <a:buChar char="•"/>
            </a:pPr>
            <a:r>
              <a:rPr lang="en-US" sz="2000" b="1">
                <a:ea typeface="+mn-lt"/>
                <a:cs typeface="+mn-lt"/>
              </a:rPr>
              <a:t>Limited Unified Platform:</a:t>
            </a:r>
            <a:r>
              <a:rPr lang="en-US" sz="2000">
                <a:ea typeface="+mn-lt"/>
                <a:cs typeface="+mn-lt"/>
              </a:rPr>
              <a:t> Existing systems often lack combined </a:t>
            </a:r>
            <a:r>
              <a:rPr lang="en-US" sz="2000" b="1">
                <a:ea typeface="+mn-lt"/>
                <a:cs typeface="+mn-lt"/>
              </a:rPr>
              <a:t>analysis, prediction, comparison, and visualization</a:t>
            </a:r>
            <a:r>
              <a:rPr lang="en-US" sz="2000">
                <a:ea typeface="+mn-lt"/>
                <a:cs typeface="+mn-lt"/>
              </a:rPr>
              <a:t>. </a:t>
            </a:r>
            <a:endParaRPr lang="en-US" sz="2000" dirty="0">
              <a:ea typeface="+mn-lt"/>
              <a:cs typeface="+mn-lt"/>
            </a:endParaRPr>
          </a:p>
          <a:p>
            <a:pPr>
              <a:buFont typeface="Arial"/>
              <a:buChar char="•"/>
            </a:pPr>
            <a:r>
              <a:rPr lang="en-US" sz="2000" b="1">
                <a:ea typeface="+mn-lt"/>
                <a:cs typeface="+mn-lt"/>
              </a:rPr>
              <a:t>Limited Interactive Analytics:</a:t>
            </a:r>
            <a:r>
              <a:rPr lang="en-US" sz="2000">
                <a:ea typeface="+mn-lt"/>
                <a:cs typeface="+mn-lt"/>
              </a:rPr>
              <a:t> There is a need for a single dashboard integrating </a:t>
            </a:r>
            <a:r>
              <a:rPr lang="en-US" sz="2000" b="1">
                <a:ea typeface="+mn-lt"/>
                <a:cs typeface="+mn-lt"/>
              </a:rPr>
              <a:t>routes, hotspots, predictions, and reports</a:t>
            </a:r>
            <a:r>
              <a:rPr lang="en-US" sz="2000">
                <a:ea typeface="+mn-lt"/>
                <a:cs typeface="+mn-lt"/>
              </a:rPr>
              <a:t>.</a:t>
            </a:r>
            <a:endParaRPr lang="en-US" sz="2000" dirty="0">
              <a:ea typeface="+mn-lt"/>
              <a:cs typeface="+mn-lt"/>
            </a:endParaRPr>
          </a:p>
          <a:p>
            <a:pPr marL="285750" indent="-285750">
              <a:buFont typeface="Arial"/>
              <a:buChar char="•"/>
            </a:pPr>
            <a:endParaRPr lang="en-US" sz="2000" dirty="0"/>
          </a:p>
        </p:txBody>
      </p:sp>
      <p:sp>
        <p:nvSpPr>
          <p:cNvPr id="6" name="Slide Number Placeholder 5">
            <a:extLst>
              <a:ext uri="{FF2B5EF4-FFF2-40B4-BE49-F238E27FC236}">
                <a16:creationId xmlns:a16="http://schemas.microsoft.com/office/drawing/2014/main" xmlns="" id="{CDAD0039-EB6D-91C8-B25F-42E9B0CB9F04}"/>
              </a:ext>
            </a:extLst>
          </p:cNvPr>
          <p:cNvSpPr>
            <a:spLocks noGrp="1"/>
          </p:cNvSpPr>
          <p:nvPr>
            <p:ph type="sldNum" sz="quarter" idx="12"/>
          </p:nvPr>
        </p:nvSpPr>
        <p:spPr/>
        <p:txBody>
          <a:bodyPr/>
          <a:lstStyle/>
          <a:p>
            <a:fld id="{C1FF6DA9-008F-8B48-92A6-B652298478BF}" type="slidenum">
              <a:rPr lang="en-US" smtClean="0"/>
              <a:pPr/>
              <a:t>5</a:t>
            </a:fld>
            <a:endParaRPr lang="en-US"/>
          </a:p>
        </p:txBody>
      </p:sp>
    </p:spTree>
    <p:extLst>
      <p:ext uri="{BB962C8B-B14F-4D97-AF65-F5344CB8AC3E}">
        <p14:creationId xmlns:p14="http://schemas.microsoft.com/office/powerpoint/2010/main" xmlns="" val="94259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57F983-35CD-4B5C-3D0B-E03E320D4E78}"/>
              </a:ext>
            </a:extLst>
          </p:cNvPr>
          <p:cNvSpPr>
            <a:spLocks noGrp="1"/>
          </p:cNvSpPr>
          <p:nvPr>
            <p:ph type="title"/>
          </p:nvPr>
        </p:nvSpPr>
        <p:spPr/>
        <p:txBody>
          <a:bodyPr/>
          <a:lstStyle/>
          <a:p>
            <a:r>
              <a:rPr lang="en-US"/>
              <a:t>innovation</a:t>
            </a:r>
            <a:endParaRPr lang="en-US" dirty="0"/>
          </a:p>
        </p:txBody>
      </p:sp>
      <p:sp>
        <p:nvSpPr>
          <p:cNvPr id="3" name="Content Placeholder 2">
            <a:extLst>
              <a:ext uri="{FF2B5EF4-FFF2-40B4-BE49-F238E27FC236}">
                <a16:creationId xmlns:a16="http://schemas.microsoft.com/office/drawing/2014/main" xmlns="" id="{B3DE0C50-D25A-54F8-27AF-BF16209A070E}"/>
              </a:ext>
            </a:extLst>
          </p:cNvPr>
          <p:cNvSpPr>
            <a:spLocks noGrp="1"/>
          </p:cNvSpPr>
          <p:nvPr>
            <p:ph idx="1"/>
          </p:nvPr>
        </p:nvSpPr>
        <p:spPr>
          <a:xfrm>
            <a:off x="254839" y="1946452"/>
            <a:ext cx="8605567" cy="4589252"/>
          </a:xfrm>
        </p:spPr>
        <p:txBody>
          <a:bodyPr vert="horz" lIns="91440" tIns="45720" rIns="91440" bIns="45720" rtlCol="0" anchor="t">
            <a:normAutofit/>
          </a:bodyPr>
          <a:lstStyle/>
          <a:p>
            <a:pPr marL="285750" indent="-285750">
              <a:buFont typeface="Arial"/>
              <a:buChar char="•"/>
            </a:pPr>
            <a:r>
              <a:rPr lang="en-US" b="1">
                <a:ea typeface="+mn-lt"/>
                <a:cs typeface="+mn-lt"/>
              </a:rPr>
              <a:t>Multi-Source Urban Mobility Integration:</a:t>
            </a:r>
            <a:r>
              <a:rPr lang="en-US">
                <a:ea typeface="+mn-lt"/>
                <a:cs typeface="+mn-lt"/>
              </a:rPr>
              <a:t> Combines </a:t>
            </a:r>
            <a:r>
              <a:rPr lang="en-US" b="1">
                <a:ea typeface="+mn-lt"/>
                <a:cs typeface="+mn-lt"/>
              </a:rPr>
              <a:t>GPS trajectory, weather, traffic, and accident data</a:t>
            </a:r>
            <a:r>
              <a:rPr lang="en-US">
                <a:ea typeface="+mn-lt"/>
                <a:cs typeface="+mn-lt"/>
              </a:rPr>
              <a:t> in a unified analytics platform. </a:t>
            </a:r>
            <a:endParaRPr lang="en-US"/>
          </a:p>
          <a:p>
            <a:pPr marL="285750" indent="-285750">
              <a:buFont typeface="Arial"/>
              <a:buChar char="•"/>
            </a:pPr>
            <a:r>
              <a:rPr lang="en-US" b="1" dirty="0">
                <a:ea typeface="+mn-lt"/>
                <a:cs typeface="+mn-lt"/>
              </a:rPr>
              <a:t>AI-Based Accident Risk Prediction:</a:t>
            </a:r>
            <a:r>
              <a:rPr lang="en-US" dirty="0">
                <a:ea typeface="+mn-lt"/>
                <a:cs typeface="+mn-lt"/>
              </a:rPr>
              <a:t> Uses </a:t>
            </a:r>
            <a:r>
              <a:rPr lang="en-US" b="1" dirty="0">
                <a:ea typeface="+mn-lt"/>
                <a:cs typeface="+mn-lt"/>
              </a:rPr>
              <a:t>Decision Tree, Random Forest, </a:t>
            </a:r>
            <a:r>
              <a:rPr lang="en-US" b="1" dirty="0" err="1">
                <a:ea typeface="+mn-lt"/>
                <a:cs typeface="+mn-lt"/>
              </a:rPr>
              <a:t>XGBoost</a:t>
            </a:r>
            <a:r>
              <a:rPr lang="en-US" b="1" dirty="0">
                <a:ea typeface="+mn-lt"/>
                <a:cs typeface="+mn-lt"/>
              </a:rPr>
              <a:t>, and Logistic Regression</a:t>
            </a:r>
            <a:r>
              <a:rPr lang="en-US" dirty="0">
                <a:ea typeface="+mn-lt"/>
                <a:cs typeface="+mn-lt"/>
              </a:rPr>
              <a:t> to identify accident-risk patterns. </a:t>
            </a:r>
            <a:endParaRPr lang="en-US" dirty="0"/>
          </a:p>
          <a:p>
            <a:pPr marL="285750" indent="-285750">
              <a:buFont typeface="Arial"/>
              <a:buChar char="•"/>
            </a:pPr>
            <a:r>
              <a:rPr lang="en-US" b="1">
                <a:ea typeface="+mn-lt"/>
                <a:cs typeface="+mn-lt"/>
              </a:rPr>
              <a:t>Explainable AI:</a:t>
            </a:r>
            <a:r>
              <a:rPr lang="en-US">
                <a:ea typeface="+mn-lt"/>
                <a:cs typeface="+mn-lt"/>
              </a:rPr>
              <a:t> Uses </a:t>
            </a:r>
            <a:r>
              <a:rPr lang="en-US" b="1">
                <a:ea typeface="+mn-lt"/>
                <a:cs typeface="+mn-lt"/>
              </a:rPr>
              <a:t>SHAP and LIME</a:t>
            </a:r>
            <a:r>
              <a:rPr lang="en-US">
                <a:ea typeface="+mn-lt"/>
                <a:cs typeface="+mn-lt"/>
              </a:rPr>
              <a:t> to explain why the models predict a particular accident risk. </a:t>
            </a:r>
            <a:endParaRPr lang="en-US"/>
          </a:p>
          <a:p>
            <a:pPr marL="285750" indent="-285750">
              <a:buFont typeface="Arial"/>
              <a:buChar char="•"/>
            </a:pPr>
            <a:r>
              <a:rPr lang="en-US" b="1">
                <a:ea typeface="+mn-lt"/>
                <a:cs typeface="+mn-lt"/>
              </a:rPr>
              <a:t>Geospatial Mobility Insights:</a:t>
            </a:r>
            <a:r>
              <a:rPr lang="en-US">
                <a:ea typeface="+mn-lt"/>
                <a:cs typeface="+mn-lt"/>
              </a:rPr>
              <a:t> Uses GPS coordinates to visualize </a:t>
            </a:r>
            <a:r>
              <a:rPr lang="en-US" b="1">
                <a:ea typeface="+mn-lt"/>
                <a:cs typeface="+mn-lt"/>
              </a:rPr>
              <a:t>routes, mobility patterns, and accident hotspots</a:t>
            </a:r>
            <a:r>
              <a:rPr lang="en-US">
                <a:ea typeface="+mn-lt"/>
                <a:cs typeface="+mn-lt"/>
              </a:rPr>
              <a:t> on interactive maps. </a:t>
            </a:r>
            <a:endParaRPr lang="en-US"/>
          </a:p>
          <a:p>
            <a:pPr marL="285750" indent="-285750">
              <a:buFont typeface="Arial"/>
              <a:buChar char="•"/>
            </a:pPr>
            <a:r>
              <a:rPr lang="en-US" b="1">
                <a:ea typeface="+mn-lt"/>
                <a:cs typeface="+mn-lt"/>
              </a:rPr>
              <a:t>Integrated Intelligent Dashboard:</a:t>
            </a:r>
            <a:r>
              <a:rPr lang="en-US">
                <a:ea typeface="+mn-lt"/>
                <a:cs typeface="+mn-lt"/>
              </a:rPr>
              <a:t> Combines </a:t>
            </a:r>
            <a:r>
              <a:rPr lang="en-US" b="1">
                <a:ea typeface="+mn-lt"/>
                <a:cs typeface="+mn-lt"/>
              </a:rPr>
              <a:t>mobility analytics, weather impact, accident analysis, predictions, and visual reports</a:t>
            </a:r>
            <a:r>
              <a:rPr lang="en-US">
                <a:ea typeface="+mn-lt"/>
                <a:cs typeface="+mn-lt"/>
              </a:rPr>
              <a:t> in one dashboard. </a:t>
            </a:r>
            <a:endParaRPr lang="en-US"/>
          </a:p>
          <a:p>
            <a:pPr marL="285750" indent="-285750">
              <a:buFont typeface="Arial"/>
              <a:buChar char="•"/>
            </a:pPr>
            <a:r>
              <a:rPr lang="en-US" b="1">
                <a:ea typeface="+mn-lt"/>
                <a:cs typeface="+mn-lt"/>
              </a:rPr>
              <a:t>Future-Ready Architecture:</a:t>
            </a:r>
            <a:r>
              <a:rPr lang="en-US">
                <a:ea typeface="+mn-lt"/>
                <a:cs typeface="+mn-lt"/>
              </a:rPr>
              <a:t> Can be extended with </a:t>
            </a:r>
            <a:r>
              <a:rPr lang="en-US" b="1">
                <a:ea typeface="+mn-lt"/>
                <a:cs typeface="+mn-lt"/>
              </a:rPr>
              <a:t>real-time GPS, live traffic data, smart route recommendations, cloud deployment, and mobile applications</a:t>
            </a:r>
            <a:r>
              <a:rPr lang="en-US">
                <a:ea typeface="+mn-lt"/>
                <a:cs typeface="+mn-lt"/>
              </a:rPr>
              <a:t>.</a:t>
            </a:r>
            <a:endParaRPr lang="en-US"/>
          </a:p>
          <a:p>
            <a:endParaRPr lang="en-US" dirty="0"/>
          </a:p>
        </p:txBody>
      </p:sp>
      <p:sp>
        <p:nvSpPr>
          <p:cNvPr id="6" name="Slide Number Placeholder 5">
            <a:extLst>
              <a:ext uri="{FF2B5EF4-FFF2-40B4-BE49-F238E27FC236}">
                <a16:creationId xmlns:a16="http://schemas.microsoft.com/office/drawing/2014/main" xmlns="" id="{8589991A-3344-1A9F-A582-2EA30580B665}"/>
              </a:ext>
            </a:extLst>
          </p:cNvPr>
          <p:cNvSpPr>
            <a:spLocks noGrp="1"/>
          </p:cNvSpPr>
          <p:nvPr>
            <p:ph type="sldNum" sz="quarter" idx="12"/>
          </p:nvPr>
        </p:nvSpPr>
        <p:spPr/>
        <p:txBody>
          <a:bodyPr/>
          <a:lstStyle/>
          <a:p>
            <a:fld id="{C1FF6DA9-008F-8B48-92A6-B652298478BF}" type="slidenum">
              <a:rPr lang="en-US" smtClean="0"/>
              <a:pPr/>
              <a:t>6</a:t>
            </a:fld>
            <a:endParaRPr lang="en-US"/>
          </a:p>
        </p:txBody>
      </p:sp>
    </p:spTree>
    <p:extLst>
      <p:ext uri="{BB962C8B-B14F-4D97-AF65-F5344CB8AC3E}">
        <p14:creationId xmlns:p14="http://schemas.microsoft.com/office/powerpoint/2010/main" xmlns="" val="148588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DB552-15D5-662F-8B95-0D5B867CE7E3}"/>
              </a:ext>
            </a:extLst>
          </p:cNvPr>
          <p:cNvSpPr>
            <a:spLocks noGrp="1"/>
          </p:cNvSpPr>
          <p:nvPr>
            <p:ph type="title"/>
          </p:nvPr>
        </p:nvSpPr>
        <p:spPr/>
        <p:txBody>
          <a:bodyPr/>
          <a:lstStyle/>
          <a:p>
            <a:pPr algn="ctr"/>
            <a:endParaRPr lang="en-US" sz="2400" b="1" dirty="0">
              <a:latin typeface="Calibri"/>
              <a:ea typeface="Calibri"/>
              <a:cs typeface="Calibri"/>
            </a:endParaRPr>
          </a:p>
          <a:p>
            <a:r>
              <a:rPr lang="en-US" dirty="0"/>
              <a:t>fea</a:t>
            </a:r>
            <a:r>
              <a:rPr lang="en-US"/>
              <a:t>sibility</a:t>
            </a:r>
            <a:endParaRPr lang="en-US" dirty="0"/>
          </a:p>
        </p:txBody>
      </p:sp>
      <p:sp>
        <p:nvSpPr>
          <p:cNvPr id="3" name="Content Placeholder 2">
            <a:extLst>
              <a:ext uri="{FF2B5EF4-FFF2-40B4-BE49-F238E27FC236}">
                <a16:creationId xmlns:a16="http://schemas.microsoft.com/office/drawing/2014/main" xmlns="" id="{EDB0A8BE-2227-4661-0054-3194C8F7F63A}"/>
              </a:ext>
            </a:extLst>
          </p:cNvPr>
          <p:cNvSpPr>
            <a:spLocks noGrp="1"/>
          </p:cNvSpPr>
          <p:nvPr>
            <p:ph idx="1"/>
          </p:nvPr>
        </p:nvSpPr>
        <p:spPr>
          <a:xfrm>
            <a:off x="254839" y="2061470"/>
            <a:ext cx="8605567" cy="4646762"/>
          </a:xfrm>
        </p:spPr>
        <p:txBody>
          <a:bodyPr vert="horz" lIns="91440" tIns="45720" rIns="91440" bIns="45720" rtlCol="0" anchor="t">
            <a:noAutofit/>
          </a:bodyPr>
          <a:lstStyle/>
          <a:p>
            <a:pPr>
              <a:buFont typeface="Arial"/>
              <a:buChar char="•"/>
            </a:pPr>
            <a:r>
              <a:rPr lang="en-US" sz="1900" b="1">
                <a:ea typeface="+mn-lt"/>
                <a:cs typeface="+mn-lt"/>
              </a:rPr>
              <a:t>Data Availability:</a:t>
            </a:r>
            <a:r>
              <a:rPr lang="en-US" sz="1900">
                <a:ea typeface="+mn-lt"/>
                <a:cs typeface="+mn-lt"/>
              </a:rPr>
              <a:t> Required datasets are publicly available. </a:t>
            </a:r>
            <a:endParaRPr lang="en-US" sz="1900" dirty="0"/>
          </a:p>
          <a:p>
            <a:pPr>
              <a:buFont typeface="Arial"/>
              <a:buChar char="•"/>
            </a:pPr>
            <a:r>
              <a:rPr lang="en-US" sz="1900" b="1" dirty="0">
                <a:ea typeface="+mn-lt"/>
                <a:cs typeface="+mn-lt"/>
              </a:rPr>
              <a:t>Technical Feasibility:</a:t>
            </a:r>
            <a:r>
              <a:rPr lang="en-US" sz="1900" dirty="0">
                <a:ea typeface="+mn-lt"/>
                <a:cs typeface="+mn-lt"/>
              </a:rPr>
              <a:t> Can be developed using </a:t>
            </a:r>
            <a:r>
              <a:rPr lang="en-US" sz="1900" b="1" dirty="0">
                <a:ea typeface="+mn-lt"/>
                <a:cs typeface="+mn-lt"/>
              </a:rPr>
              <a:t>Python, Pandas, Scikit-learn, </a:t>
            </a:r>
            <a:r>
              <a:rPr lang="en-US" sz="1900" b="1" dirty="0" err="1">
                <a:ea typeface="+mn-lt"/>
                <a:cs typeface="+mn-lt"/>
              </a:rPr>
              <a:t>XGBoost</a:t>
            </a:r>
            <a:r>
              <a:rPr lang="en-US" sz="1900" b="1" dirty="0">
                <a:ea typeface="+mn-lt"/>
                <a:cs typeface="+mn-lt"/>
              </a:rPr>
              <a:t>, SHAP, and LIME</a:t>
            </a:r>
            <a:r>
              <a:rPr lang="en-US" sz="1900" dirty="0">
                <a:ea typeface="+mn-lt"/>
                <a:cs typeface="+mn-lt"/>
              </a:rPr>
              <a:t>. </a:t>
            </a:r>
            <a:endParaRPr lang="en-US" dirty="0"/>
          </a:p>
          <a:p>
            <a:pPr>
              <a:buFont typeface="Arial"/>
              <a:buChar char="•"/>
            </a:pPr>
            <a:r>
              <a:rPr lang="en-US" sz="1900" b="1">
                <a:ea typeface="+mn-lt"/>
                <a:cs typeface="+mn-lt"/>
              </a:rPr>
              <a:t>Computational Feasibility:</a:t>
            </a:r>
            <a:r>
              <a:rPr lang="en-US" sz="1900">
                <a:ea typeface="+mn-lt"/>
                <a:cs typeface="+mn-lt"/>
              </a:rPr>
              <a:t> Models can run on a </a:t>
            </a:r>
            <a:r>
              <a:rPr lang="en-US" sz="1900" b="1">
                <a:ea typeface="+mn-lt"/>
                <a:cs typeface="+mn-lt"/>
              </a:rPr>
              <a:t>standard laptop</a:t>
            </a:r>
            <a:r>
              <a:rPr lang="en-US" sz="1900">
                <a:ea typeface="+mn-lt"/>
                <a:cs typeface="+mn-lt"/>
              </a:rPr>
              <a:t>. </a:t>
            </a:r>
            <a:endParaRPr lang="en-US"/>
          </a:p>
          <a:p>
            <a:pPr>
              <a:buFont typeface="Arial"/>
              <a:buChar char="•"/>
            </a:pPr>
            <a:r>
              <a:rPr lang="en-US" sz="1900" b="1">
                <a:ea typeface="+mn-lt"/>
                <a:cs typeface="+mn-lt"/>
              </a:rPr>
              <a:t>Integration Feasibility:</a:t>
            </a:r>
            <a:r>
              <a:rPr lang="en-US" sz="1900">
                <a:ea typeface="+mn-lt"/>
                <a:cs typeface="+mn-lt"/>
              </a:rPr>
              <a:t> GPS, weather, and accident data can be integrated for unified analysis. </a:t>
            </a:r>
            <a:endParaRPr lang="en-US"/>
          </a:p>
          <a:p>
            <a:pPr>
              <a:buFont typeface="Arial"/>
              <a:buChar char="•"/>
            </a:pPr>
            <a:r>
              <a:rPr lang="en-US" sz="1900" b="1">
                <a:ea typeface="+mn-lt"/>
                <a:cs typeface="+mn-lt"/>
              </a:rPr>
              <a:t>Implementation Feasibility:</a:t>
            </a:r>
            <a:r>
              <a:rPr lang="en-US" sz="1900">
                <a:ea typeface="+mn-lt"/>
                <a:cs typeface="+mn-lt"/>
              </a:rPr>
              <a:t> Can be developed step-by-step from </a:t>
            </a:r>
            <a:r>
              <a:rPr lang="en-US" sz="1900" b="1">
                <a:ea typeface="+mn-lt"/>
                <a:cs typeface="+mn-lt"/>
              </a:rPr>
              <a:t>data processing → ML → dashboard</a:t>
            </a:r>
            <a:r>
              <a:rPr lang="en-US" sz="1900">
                <a:ea typeface="+mn-lt"/>
                <a:cs typeface="+mn-lt"/>
              </a:rPr>
              <a:t>. </a:t>
            </a:r>
            <a:endParaRPr lang="en-US"/>
          </a:p>
          <a:p>
            <a:pPr>
              <a:buFont typeface="Arial"/>
              <a:buChar char="•"/>
            </a:pPr>
            <a:r>
              <a:rPr lang="en-US" sz="1900" b="1">
                <a:ea typeface="+mn-lt"/>
                <a:cs typeface="+mn-lt"/>
              </a:rPr>
              <a:t>Future Feasibility:</a:t>
            </a:r>
            <a:r>
              <a:rPr lang="en-US" sz="1900">
                <a:ea typeface="+mn-lt"/>
                <a:cs typeface="+mn-lt"/>
              </a:rPr>
              <a:t> Can be extended with </a:t>
            </a:r>
            <a:r>
              <a:rPr lang="en-US" sz="1900" b="1">
                <a:ea typeface="+mn-lt"/>
                <a:cs typeface="+mn-lt"/>
              </a:rPr>
              <a:t>real-time GPS, live traffic, smart routes, cloud, and mobile applications</a:t>
            </a:r>
            <a:r>
              <a:rPr lang="en-US" sz="1900">
                <a:ea typeface="+mn-lt"/>
                <a:cs typeface="+mn-lt"/>
              </a:rPr>
              <a:t>. </a:t>
            </a:r>
            <a:endParaRPr lang="en-US"/>
          </a:p>
          <a:p>
            <a:pPr marL="285750" indent="-285750">
              <a:buFont typeface="Arial"/>
              <a:buChar char="•"/>
            </a:pPr>
            <a:endParaRPr lang="en-US" sz="1900" dirty="0"/>
          </a:p>
        </p:txBody>
      </p:sp>
      <p:sp>
        <p:nvSpPr>
          <p:cNvPr id="6" name="Slide Number Placeholder 5">
            <a:extLst>
              <a:ext uri="{FF2B5EF4-FFF2-40B4-BE49-F238E27FC236}">
                <a16:creationId xmlns:a16="http://schemas.microsoft.com/office/drawing/2014/main" xmlns="" id="{0BF297A6-191A-FE66-1A37-6EAAD85B640E}"/>
              </a:ext>
            </a:extLst>
          </p:cNvPr>
          <p:cNvSpPr>
            <a:spLocks noGrp="1"/>
          </p:cNvSpPr>
          <p:nvPr>
            <p:ph type="sldNum" sz="quarter" idx="12"/>
          </p:nvPr>
        </p:nvSpPr>
        <p:spPr/>
        <p:txBody>
          <a:bodyPr/>
          <a:lstStyle/>
          <a:p>
            <a:fld id="{C1FF6DA9-008F-8B48-92A6-B652298478BF}" type="slidenum">
              <a:rPr lang="en-US" smtClean="0"/>
              <a:pPr/>
              <a:t>7</a:t>
            </a:fld>
            <a:endParaRPr lang="en-US"/>
          </a:p>
        </p:txBody>
      </p:sp>
    </p:spTree>
    <p:extLst>
      <p:ext uri="{BB962C8B-B14F-4D97-AF65-F5344CB8AC3E}">
        <p14:creationId xmlns:p14="http://schemas.microsoft.com/office/powerpoint/2010/main" xmlns="" val="195654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7EFA41-954B-A483-D86E-ECB658739CC5}"/>
              </a:ext>
            </a:extLst>
          </p:cNvPr>
          <p:cNvSpPr>
            <a:spLocks noGrp="1"/>
          </p:cNvSpPr>
          <p:nvPr>
            <p:ph type="title"/>
          </p:nvPr>
        </p:nvSpPr>
        <p:spPr>
          <a:xfrm>
            <a:off x="628650" y="584991"/>
            <a:ext cx="7886700" cy="915528"/>
          </a:xfrm>
        </p:spPr>
        <p:txBody>
          <a:bodyPr/>
          <a:lstStyle/>
          <a:p>
            <a:r>
              <a:rPr lang="en-US"/>
              <a:t>Project plan</a:t>
            </a:r>
          </a:p>
        </p:txBody>
      </p:sp>
      <p:sp>
        <p:nvSpPr>
          <p:cNvPr id="3" name="Content Placeholder 2">
            <a:extLst>
              <a:ext uri="{FF2B5EF4-FFF2-40B4-BE49-F238E27FC236}">
                <a16:creationId xmlns:a16="http://schemas.microsoft.com/office/drawing/2014/main" xmlns="" id="{F5ACAE27-FDF3-8D47-45CB-E7EA6E291FF9}"/>
              </a:ext>
            </a:extLst>
          </p:cNvPr>
          <p:cNvSpPr>
            <a:spLocks noGrp="1"/>
          </p:cNvSpPr>
          <p:nvPr>
            <p:ph idx="1"/>
          </p:nvPr>
        </p:nvSpPr>
        <p:spPr>
          <a:xfrm>
            <a:off x="211707" y="2047093"/>
            <a:ext cx="8648698" cy="4948687"/>
          </a:xfrm>
        </p:spPr>
        <p:txBody>
          <a:bodyPr vert="horz" lIns="91440" tIns="45720" rIns="91440" bIns="45720" rtlCol="0" anchor="t">
            <a:noAutofit/>
          </a:bodyPr>
          <a:lstStyle/>
          <a:p>
            <a:pPr>
              <a:buFont typeface="Arial"/>
              <a:buChar char="•"/>
            </a:pPr>
            <a:r>
              <a:rPr lang="en-US" sz="2000" b="1">
                <a:ea typeface="+mn-lt"/>
                <a:cs typeface="+mn-lt"/>
              </a:rPr>
              <a:t>Phase 1 – Data Preparation:</a:t>
            </a:r>
            <a:r>
              <a:rPr lang="en-US" sz="2000">
                <a:ea typeface="+mn-lt"/>
                <a:cs typeface="+mn-lt"/>
              </a:rPr>
              <a:t> Collect datasets, clean, integrate, handle missing values and perform EDA. </a:t>
            </a:r>
            <a:endParaRPr lang="en-US" sz="2000" dirty="0"/>
          </a:p>
          <a:p>
            <a:pPr>
              <a:buFont typeface="Arial"/>
              <a:buChar char="•"/>
            </a:pPr>
            <a:r>
              <a:rPr lang="en-US" sz="2000" b="1" dirty="0">
                <a:ea typeface="+mn-lt"/>
                <a:cs typeface="+mn-lt"/>
              </a:rPr>
              <a:t>Phase 2 – Feature &amp; Predictive Analytics:</a:t>
            </a:r>
            <a:r>
              <a:rPr lang="en-US" sz="2000" dirty="0">
                <a:ea typeface="+mn-lt"/>
                <a:cs typeface="+mn-lt"/>
              </a:rPr>
              <a:t> Create mobility features and develop </a:t>
            </a:r>
            <a:r>
              <a:rPr lang="en-US" sz="2000" b="1" dirty="0">
                <a:ea typeface="+mn-lt"/>
                <a:cs typeface="+mn-lt"/>
              </a:rPr>
              <a:t>Decision Tree, Random Forest, </a:t>
            </a:r>
            <a:r>
              <a:rPr lang="en-US" sz="2000" b="1" dirty="0" err="1">
                <a:ea typeface="+mn-lt"/>
                <a:cs typeface="+mn-lt"/>
              </a:rPr>
              <a:t>XGBoost</a:t>
            </a:r>
            <a:r>
              <a:rPr lang="en-US" sz="2000" b="1" dirty="0">
                <a:ea typeface="+mn-lt"/>
                <a:cs typeface="+mn-lt"/>
              </a:rPr>
              <a:t>, and Logistic Regression</a:t>
            </a:r>
            <a:r>
              <a:rPr lang="en-US" sz="2000" dirty="0">
                <a:ea typeface="+mn-lt"/>
                <a:cs typeface="+mn-lt"/>
              </a:rPr>
              <a:t> models. </a:t>
            </a:r>
            <a:endParaRPr lang="en-US" sz="2000" dirty="0"/>
          </a:p>
          <a:p>
            <a:pPr>
              <a:buFont typeface="Arial"/>
              <a:buChar char="•"/>
            </a:pPr>
            <a:r>
              <a:rPr lang="en-US" sz="2000" b="1">
                <a:ea typeface="+mn-lt"/>
                <a:cs typeface="+mn-lt"/>
              </a:rPr>
              <a:t>Phase 3 – Explainable AI &amp; Visualization:</a:t>
            </a:r>
            <a:r>
              <a:rPr lang="en-US" sz="2000">
                <a:ea typeface="+mn-lt"/>
                <a:cs typeface="+mn-lt"/>
              </a:rPr>
              <a:t> Use </a:t>
            </a:r>
            <a:r>
              <a:rPr lang="en-US" sz="2000" b="1">
                <a:ea typeface="+mn-lt"/>
                <a:cs typeface="+mn-lt"/>
              </a:rPr>
              <a:t>SHAP and LIME</a:t>
            </a:r>
            <a:r>
              <a:rPr lang="en-US" sz="2000">
                <a:ea typeface="+mn-lt"/>
                <a:cs typeface="+mn-lt"/>
              </a:rPr>
              <a:t> with GPS maps, heatmaps, traffic, weather, and accident visualizations. </a:t>
            </a:r>
            <a:endParaRPr lang="en-US" sz="2000" dirty="0"/>
          </a:p>
          <a:p>
            <a:pPr>
              <a:buFont typeface="Arial"/>
              <a:buChar char="•"/>
            </a:pPr>
            <a:r>
              <a:rPr lang="en-US" sz="2000" b="1">
                <a:ea typeface="+mn-lt"/>
                <a:cs typeface="+mn-lt"/>
              </a:rPr>
              <a:t>Phase 4 – Integrated Dashboard:</a:t>
            </a:r>
            <a:r>
              <a:rPr lang="en-US" sz="2000">
                <a:ea typeface="+mn-lt"/>
                <a:cs typeface="+mn-lt"/>
              </a:rPr>
              <a:t> Combine analytics, predictions, maps, and insights into an interactive dashboard. </a:t>
            </a:r>
            <a:endParaRPr lang="en-US" sz="2000" dirty="0"/>
          </a:p>
          <a:p>
            <a:pPr>
              <a:buFont typeface="Arial"/>
              <a:buChar char="•"/>
            </a:pPr>
            <a:r>
              <a:rPr lang="en-US" sz="2000" b="1">
                <a:ea typeface="+mn-lt"/>
                <a:cs typeface="+mn-lt"/>
              </a:rPr>
              <a:t>Phase 5 – Validation &amp; Research Output:</a:t>
            </a:r>
            <a:r>
              <a:rPr lang="en-US" sz="2000">
                <a:ea typeface="+mn-lt"/>
                <a:cs typeface="+mn-lt"/>
              </a:rPr>
              <a:t> Validate models, improve performance, document results, and prepare the final project and research output.</a:t>
            </a:r>
            <a:endParaRPr lang="en-US" sz="2000" dirty="0"/>
          </a:p>
          <a:p>
            <a:pPr marL="285750" indent="-285750">
              <a:buFont typeface="Arial"/>
              <a:buChar char="•"/>
            </a:pPr>
            <a:endParaRPr lang="en-US" sz="2000" dirty="0"/>
          </a:p>
        </p:txBody>
      </p:sp>
      <p:sp>
        <p:nvSpPr>
          <p:cNvPr id="6" name="Slide Number Placeholder 5">
            <a:extLst>
              <a:ext uri="{FF2B5EF4-FFF2-40B4-BE49-F238E27FC236}">
                <a16:creationId xmlns:a16="http://schemas.microsoft.com/office/drawing/2014/main" xmlns="" id="{35CA41AD-AAE7-A0EC-EB23-5DEF141CD4C9}"/>
              </a:ext>
            </a:extLst>
          </p:cNvPr>
          <p:cNvSpPr>
            <a:spLocks noGrp="1"/>
          </p:cNvSpPr>
          <p:nvPr>
            <p:ph type="sldNum" sz="quarter" idx="12"/>
          </p:nvPr>
        </p:nvSpPr>
        <p:spPr/>
        <p:txBody>
          <a:bodyPr/>
          <a:lstStyle/>
          <a:p>
            <a:fld id="{C1FF6DA9-008F-8B48-92A6-B652298478BF}" type="slidenum">
              <a:rPr lang="en-US" smtClean="0"/>
              <a:pPr/>
              <a:t>8</a:t>
            </a:fld>
            <a:endParaRPr lang="en-US"/>
          </a:p>
        </p:txBody>
      </p:sp>
    </p:spTree>
    <p:extLst>
      <p:ext uri="{BB962C8B-B14F-4D97-AF65-F5344CB8AC3E}">
        <p14:creationId xmlns:p14="http://schemas.microsoft.com/office/powerpoint/2010/main" xmlns="" val="2562011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dirty="0" smtClean="0"/>
              <a:t>BATCH NO – 07</a:t>
            </a:r>
            <a:endParaRPr lang="en-US" dirty="0" smtClean="0"/>
          </a:p>
          <a:p>
            <a:r>
              <a:rPr lang="en-US" b="1" dirty="0" smtClean="0"/>
              <a:t>Team members</a:t>
            </a:r>
            <a:endParaRPr lang="en-US" dirty="0" smtClean="0"/>
          </a:p>
          <a:p>
            <a:r>
              <a:rPr lang="en-US" dirty="0" smtClean="0"/>
              <a:t>2420030066 -  </a:t>
            </a:r>
            <a:r>
              <a:rPr lang="en-US" dirty="0" err="1" smtClean="0"/>
              <a:t>P.Likhith</a:t>
            </a:r>
            <a:endParaRPr lang="en-US" dirty="0" smtClean="0"/>
          </a:p>
          <a:p>
            <a:r>
              <a:rPr lang="en-US" dirty="0" smtClean="0"/>
              <a:t>2420030225 – </a:t>
            </a:r>
            <a:r>
              <a:rPr lang="en-US" dirty="0" err="1" smtClean="0"/>
              <a:t>Sanivarapu</a:t>
            </a:r>
            <a:r>
              <a:rPr lang="en-US" dirty="0" smtClean="0"/>
              <a:t> </a:t>
            </a:r>
            <a:r>
              <a:rPr lang="en-US" dirty="0" err="1" smtClean="0"/>
              <a:t>Sadhana</a:t>
            </a:r>
            <a:endParaRPr lang="en-US" dirty="0" smtClean="0"/>
          </a:p>
          <a:p>
            <a:r>
              <a:rPr lang="en-US" dirty="0" smtClean="0"/>
              <a:t>2420030336 -  </a:t>
            </a:r>
            <a:r>
              <a:rPr lang="en-US" dirty="0" err="1" smtClean="0"/>
              <a:t>M.Pavani</a:t>
            </a:r>
            <a:r>
              <a:rPr lang="en-US" dirty="0" smtClean="0"/>
              <a:t> </a:t>
            </a:r>
            <a:r>
              <a:rPr lang="en-US" dirty="0" err="1" smtClean="0"/>
              <a:t>Sree</a:t>
            </a:r>
            <a:endParaRPr lang="en-US" dirty="0" smtClean="0"/>
          </a:p>
          <a:p>
            <a:endParaRPr lang="en-US" dirty="0" smtClean="0"/>
          </a:p>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pPr/>
              <a:t>9</a:t>
            </a:fld>
            <a:endParaRPr lang="en-US"/>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Archway">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Archway" id="{15BC1FC9-F32C-4048-9052-439CED41F932}" vid="{4FF12325-B8E7-401C-AF33-78C72DDA2CB7}"/>
    </a:ext>
  </a:extLst>
</a:theme>
</file>

<file path=docProps/app.xml><?xml version="1.0" encoding="utf-8"?>
<Properties xmlns="http://schemas.openxmlformats.org/officeDocument/2006/extended-properties" xmlns:vt="http://schemas.openxmlformats.org/officeDocument/2006/docPropsVTypes">
  <TotalTime>81</TotalTime>
  <Words>657</Words>
  <Application>Microsoft Office PowerPoint</Application>
  <PresentationFormat>On-screen Show (4:3)</PresentationFormat>
  <Paragraphs>58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Archway</vt:lpstr>
      <vt:lpstr>Slide 1</vt:lpstr>
      <vt:lpstr>Abstract</vt:lpstr>
      <vt:lpstr>Problem Statement</vt:lpstr>
      <vt:lpstr>Objectives</vt:lpstr>
      <vt:lpstr>Research Gap Identification</vt:lpstr>
      <vt:lpstr>innovation</vt:lpstr>
      <vt:lpstr> feasibility</vt:lpstr>
      <vt:lpstr>Project plan</vt:lpstr>
      <vt:lpstr>Thank you</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
  <cp:keywords/>
  <dc:description>generated using python-pptx</dc:description>
  <cp:lastModifiedBy>Sadhana</cp:lastModifiedBy>
  <cp:revision>240</cp:revision>
  <dcterms:created xsi:type="dcterms:W3CDTF">2013-01-27T09:14:16Z</dcterms:created>
  <dcterms:modified xsi:type="dcterms:W3CDTF">2026-08-12T06:56:40Z</dcterms:modified>
  <cp:category/>
</cp:coreProperties>
</file>